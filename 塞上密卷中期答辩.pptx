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4.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 id="2147483672" r:id="rId4"/>
  </p:sldMasterIdLst>
  <p:notesMasterIdLst>
    <p:notesMasterId r:id="rId10"/>
  </p:notesMasterIdLst>
  <p:handoutMasterIdLst>
    <p:handoutMasterId r:id="rId23"/>
  </p:handoutMasterIdLst>
  <p:sldIdLst>
    <p:sldId id="323" r:id="rId5"/>
    <p:sldId id="316" r:id="rId6"/>
    <p:sldId id="315" r:id="rId7"/>
    <p:sldId id="276" r:id="rId8"/>
    <p:sldId id="293" r:id="rId9"/>
    <p:sldId id="273" r:id="rId11"/>
    <p:sldId id="295" r:id="rId12"/>
    <p:sldId id="300" r:id="rId13"/>
    <p:sldId id="298" r:id="rId14"/>
    <p:sldId id="299" r:id="rId15"/>
    <p:sldId id="303" r:id="rId16"/>
    <p:sldId id="322" r:id="rId17"/>
    <p:sldId id="307" r:id="rId18"/>
    <p:sldId id="274" r:id="rId19"/>
    <p:sldId id="278" r:id="rId20"/>
    <p:sldId id="312" r:id="rId21"/>
    <p:sldId id="318" r:id="rId22"/>
  </p:sldIdLst>
  <p:sldSz cx="12192000" cy="6858000"/>
  <p:notesSz cx="6858000" cy="9144000"/>
  <p:embeddedFontLst>
    <p:embeddedFont>
      <p:font typeface="MiSans Heavy" panose="00000A00000000000000" charset="-122"/>
      <p:bold r:id="rId27"/>
    </p:embeddedFont>
    <p:embeddedFont>
      <p:font typeface="华文行楷" panose="02010800040101010101" pitchFamily="2" charset="-122"/>
      <p:regular r:id="rId28"/>
    </p:embeddedFont>
    <p:embeddedFont>
      <p:font typeface="微软雅黑" panose="020B0503020204020204" charset="-122"/>
      <p:regular r:id="rId29"/>
    </p:embeddedFont>
    <p:embeddedFont>
      <p:font typeface="MiSans Bold" panose="00000800000000000000" charset="-122"/>
      <p:bold r:id="rId30"/>
    </p:embeddedFont>
    <p:embeddedFont>
      <p:font typeface="华文中宋" panose="02010600040101010101" charset="-122"/>
      <p:regular r:id="rId31"/>
    </p:embeddedFont>
    <p:embeddedFont>
      <p:font typeface="仿宋" panose="02010609060101010101" charset="-122"/>
      <p:regular r:id="rId32"/>
    </p:embeddedFont>
    <p:embeddedFont>
      <p:font typeface="汉仪正圆 55简" panose="00020600040101010101" charset="-122"/>
      <p:regular r:id="rId33"/>
    </p:embeddedFont>
    <p:embeddedFont>
      <p:font typeface="汉仪润圆-65简" panose="00020600040101010101" charset="-122"/>
      <p:regular r:id="rId34"/>
    </p:embeddedFont>
    <p:embeddedFont>
      <p:font typeface="Calibri" panose="020F0502020204030204" charset="0"/>
      <p:regular r:id="rId35"/>
      <p:bold r:id="rId36"/>
      <p:italic r:id="rId37"/>
      <p:boldItalic r:id="rId38"/>
    </p:embeddedFont>
    <p:embeddedFont>
      <p:font typeface="MiSans Light" panose="00000400000000000000" charset="-122"/>
      <p:regular r:id="rId39"/>
    </p:embeddedFont>
  </p:embeddedFontLst>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5" userDrawn="1">
          <p15:clr>
            <a:srgbClr val="A4A3A4"/>
          </p15:clr>
        </p15:guide>
        <p15:guide id="2" pos="391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F56111A-F73F-402F-8B74-B6CCD9602F67}"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 styleId="{B0B42BF4-F71A-42F0-A875-9166FD8D236E}"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05"/>
        <p:guide pos="391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0" Type="http://schemas.openxmlformats.org/officeDocument/2006/relationships/tags" Target="tags/tag306.xml"/><Relationship Id="rId4" Type="http://schemas.openxmlformats.org/officeDocument/2006/relationships/slideMaster" Target="slideMasters/slideMaster3.xml"/><Relationship Id="rId39" Type="http://schemas.openxmlformats.org/officeDocument/2006/relationships/font" Target="fonts/font13.fntdata"/><Relationship Id="rId38" Type="http://schemas.openxmlformats.org/officeDocument/2006/relationships/font" Target="fonts/font12.fntdata"/><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Master" Target="slideMasters/slideMaster2.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image" Target="../media/image1.png"/><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1" Type="http://schemas.openxmlformats.org/officeDocument/2006/relationships/image" Target="../media/image1.png"/><Relationship Id="rId10" Type="http://schemas.openxmlformats.org/officeDocument/2006/relationships/tags" Target="../tags/tag6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4.jpeg"/><Relationship Id="rId2" Type="http://schemas.openxmlformats.org/officeDocument/2006/relationships/tags" Target="../tags/tag77.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3"/>
            </p:custDataLst>
          </p:nvPr>
        </p:nvSpPr>
        <p:spPr>
          <a:xfrm>
            <a:off x="1441450" y="577225"/>
            <a:ext cx="9309100" cy="2448000"/>
          </a:xfrm>
        </p:spPr>
        <p:txBody>
          <a:bodyPr wrap="square" anchor="b">
            <a:normAutofit/>
          </a:bodyPr>
          <a:lstStyle>
            <a:lvl1pPr algn="ctr">
              <a:lnSpc>
                <a:spcPct val="100000"/>
              </a:lnSpc>
              <a:defRPr sz="8000" b="0"/>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4"/>
            </p:custDataLst>
          </p:nvPr>
        </p:nvSpPr>
        <p:spPr>
          <a:xfrm>
            <a:off x="2856000" y="3201350"/>
            <a:ext cx="6480000" cy="504000"/>
          </a:xfrm>
          <a:prstGeom prst="roundRect">
            <a:avLst>
              <a:gd name="adj" fmla="val 50000"/>
            </a:avLst>
          </a:prstGeom>
          <a:solidFill>
            <a:schemeClr val="bg1"/>
          </a:solidFill>
          <a:ln>
            <a:solidFill>
              <a:schemeClr val="accent1">
                <a:alpha val="20000"/>
              </a:schemeClr>
            </a:solidFill>
          </a:ln>
          <a:effectLst>
            <a:outerShdw blurRad="190500" dist="190500" dir="5400000" algn="t" rotWithShape="0">
              <a:schemeClr val="accent1">
                <a:alpha val="10000"/>
              </a:schemeClr>
            </a:outerShdw>
          </a:effectLst>
        </p:spPr>
        <p:txBody>
          <a:bodyPr wrap="square" anchor="ctr" anchorCtr="1">
            <a:normAutofit/>
          </a:bodyPr>
          <a:lstStyle>
            <a:lvl1pPr marL="0" indent="0" algn="ctr">
              <a:lnSpc>
                <a:spcPct val="100000"/>
              </a:lnSpc>
              <a:buNone/>
              <a:defRPr sz="1800">
                <a:solidFill>
                  <a:schemeClr val="tx2">
                    <a:lumMod val="90000"/>
                    <a:lumOff val="1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4" name="日期时间占位符 7"/>
          <p:cNvSpPr>
            <a:spLocks noGrp="1"/>
          </p:cNvSpPr>
          <p:nvPr>
            <p:ph type="body" sz="quarter" idx="14" hasCustomPrompt="1"/>
            <p:custDataLst>
              <p:tags r:id="rId8"/>
            </p:custDataLst>
          </p:nvPr>
        </p:nvSpPr>
        <p:spPr>
          <a:xfrm>
            <a:off x="6179319" y="4033225"/>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日期时间</a:t>
            </a:r>
            <a:endParaRPr lang="zh-CN" altLang="en-US" dirty="0"/>
          </a:p>
        </p:txBody>
      </p:sp>
      <p:sp>
        <p:nvSpPr>
          <p:cNvPr id="24" name="署名占位符 10"/>
          <p:cNvSpPr>
            <a:spLocks noGrp="1"/>
          </p:cNvSpPr>
          <p:nvPr>
            <p:ph type="body" sz="quarter" idx="17" hasCustomPrompt="1"/>
            <p:custDataLst>
              <p:tags r:id="rId9"/>
            </p:custDataLst>
          </p:nvPr>
        </p:nvSpPr>
        <p:spPr>
          <a:xfrm>
            <a:off x="3498348" y="4033225"/>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署名</a:t>
            </a:r>
            <a:endParaRPr lang="zh-CN" altLang="en-US" dirty="0"/>
          </a:p>
        </p:txBody>
      </p:sp>
      <p:pic>
        <p:nvPicPr>
          <p:cNvPr id="9" name="图片 8" descr="压缩图片"/>
          <p:cNvPicPr>
            <a:picLocks noChangeAspect="1"/>
          </p:cNvPicPr>
          <p:nvPr userDrawn="1">
            <p:custDataLst>
              <p:tags r:id="rId10"/>
            </p:custDataLst>
          </p:nvPr>
        </p:nvPicPr>
        <p:blipFill>
          <a:blip r:embed="rId11" cstate="email"/>
          <a:stretch>
            <a:fillRect/>
          </a:stretch>
        </p:blipFill>
        <p:spPr>
          <a:xfrm>
            <a:off x="0" y="3340735"/>
            <a:ext cx="12192000" cy="351726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侧圆角矩形 13"/>
          <p:cNvSpPr/>
          <p:nvPr userDrawn="1">
            <p:custDataLst>
              <p:tags r:id="rId3"/>
            </p:custDataLst>
          </p:nvPr>
        </p:nvSpPr>
        <p:spPr>
          <a:xfrm>
            <a:off x="1478099" y="1923098"/>
            <a:ext cx="2520000" cy="2520000"/>
          </a:xfrm>
          <a:prstGeom prst="ellipse">
            <a:avLst/>
          </a:prstGeom>
          <a:gradFill flip="none" rotWithShape="1">
            <a:gsLst>
              <a:gs pos="58000">
                <a:schemeClr val="accent1">
                  <a:alpha val="0"/>
                </a:schemeClr>
              </a:gs>
              <a:gs pos="95299">
                <a:schemeClr val="accent1">
                  <a:alpha val="50000"/>
                </a:schemeClr>
              </a:gs>
              <a:gs pos="83000">
                <a:schemeClr val="accent1">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单圆角矩形 49"/>
          <p:cNvSpPr/>
          <p:nvPr userDrawn="1">
            <p:custDataLst>
              <p:tags r:id="rId4"/>
            </p:custDataLst>
          </p:nvPr>
        </p:nvSpPr>
        <p:spPr>
          <a:xfrm>
            <a:off x="0" y="6109970"/>
            <a:ext cx="12191365" cy="748030"/>
          </a:xfrm>
          <a:prstGeom prst="round1Rect">
            <a:avLst>
              <a:gd name="adj" fmla="val 50000"/>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5"/>
            </p:custDataLst>
          </p:nvPr>
        </p:nvSpPr>
        <p:spPr>
          <a:xfrm>
            <a:off x="1252538" y="2220135"/>
            <a:ext cx="2880000" cy="1081088"/>
          </a:xfrm>
        </p:spPr>
        <p:txBody>
          <a:bodyPr wrap="square" anchor="b">
            <a:normAutofit/>
          </a:bodyPr>
          <a:lstStyle>
            <a:lvl1pPr algn="ctr">
              <a:defRPr sz="6000">
                <a:gradFill flip="none" rotWithShape="1">
                  <a:gsLst>
                    <a:gs pos="26000">
                      <a:schemeClr val="tx2">
                        <a:lumMod val="75000"/>
                        <a:lumOff val="25000"/>
                      </a:schemeClr>
                    </a:gs>
                    <a:gs pos="0">
                      <a:schemeClr val="tx2">
                        <a:lumMod val="50000"/>
                        <a:lumOff val="50000"/>
                      </a:schemeClr>
                    </a:gs>
                    <a:gs pos="99000">
                      <a:schemeClr val="tx2"/>
                    </a:gs>
                  </a:gsLst>
                  <a:lin ang="5400000" scaled="1"/>
                  <a:tileRect/>
                </a:gradFill>
              </a:defRPr>
            </a:lvl1pPr>
          </a:lstStyle>
          <a:p>
            <a:r>
              <a:rPr lang="zh-CN" altLang="en-US" dirty="0"/>
              <a:t>标题</a:t>
            </a:r>
            <a:endParaRPr lang="zh-CN" altLang="en-US" dirty="0"/>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7"/>
            </p:custDataLst>
          </p:nvPr>
        </p:nvSpPr>
        <p:spPr/>
        <p:txBody>
          <a:bodyPr/>
          <a:lstStyle/>
          <a:p>
            <a:endParaRPr lang="zh-CN" altLang="en-US"/>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3"/>
            </p:custDataLst>
          </p:nvPr>
        </p:nvSpPr>
        <p:spPr>
          <a:xfrm>
            <a:off x="1526400" y="2169000"/>
            <a:ext cx="9144000" cy="1152000"/>
          </a:xfrm>
        </p:spPr>
        <p:txBody>
          <a:bodyPr wrap="square" anchor="b">
            <a:normAutofit/>
          </a:bodyPr>
          <a:lstStyle>
            <a:lvl1pPr algn="ctr">
              <a:defRPr sz="5400"/>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4"/>
            </p:custDataLst>
          </p:nvPr>
        </p:nvSpPr>
        <p:spPr>
          <a:xfrm>
            <a:off x="1526400" y="3429000"/>
            <a:ext cx="9144000" cy="936000"/>
          </a:xfrm>
        </p:spPr>
        <p:txBody>
          <a:bodyPr wrap="square">
            <a:normAutofit/>
          </a:bodyPr>
          <a:lstStyle>
            <a:lvl1pPr marL="0" indent="0" algn="ctr">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p:ph type="body" sz="quarter" idx="13" hasCustomPrompt="1"/>
            <p:custDataLst>
              <p:tags r:id="rId5"/>
            </p:custDataLst>
          </p:nvPr>
        </p:nvSpPr>
        <p:spPr>
          <a:xfrm>
            <a:off x="4959350" y="1492200"/>
            <a:ext cx="2273300" cy="565200"/>
          </a:xfrm>
          <a:prstGeom prst="roundRect">
            <a:avLst>
              <a:gd name="adj" fmla="val 50000"/>
            </a:avLst>
          </a:prstGeom>
          <a:solidFill>
            <a:schemeClr val="accent1"/>
          </a:solidFill>
          <a:effectLst>
            <a:outerShdw blurRad="190500" dist="190500" dir="5400000" algn="t" rotWithShape="0">
              <a:schemeClr val="accent1">
                <a:alpha val="10000"/>
              </a:schemeClr>
            </a:outerShdw>
          </a:effectLst>
        </p:spPr>
        <p:txBody>
          <a:bodyPr wrap="none" anchor="ctr">
            <a:normAutofit/>
          </a:bodyPr>
          <a:lstStyle>
            <a:lvl1pPr marL="0" indent="0" algn="ctr">
              <a:buNone/>
              <a:defRPr sz="2000" b="1" cap="all" baseline="0">
                <a:solidFill>
                  <a:srgbClr val="FFFFFF"/>
                </a:solidFill>
                <a:effectLst>
                  <a:outerShdw blurRad="63500" dist="63500" dir="2700000" algn="tl">
                    <a:schemeClr val="accent1">
                      <a:lumMod val="75000"/>
                    </a:schemeClr>
                  </a:outerShdw>
                </a:effectLst>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7"/>
            </p:custDataLst>
          </p:nvPr>
        </p:nvSpPr>
        <p:spPr/>
        <p:txBody>
          <a:bodyPr/>
          <a:lstStyle/>
          <a:p>
            <a:endParaRPr lang="zh-CN" altLang="en-US"/>
          </a:p>
        </p:txBody>
      </p:sp>
      <p:sp>
        <p:nvSpPr>
          <p:cNvPr id="6" name="灯片编号占位符 6"/>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pic>
        <p:nvPicPr>
          <p:cNvPr id="10" name="图片 9" descr="压缩图片"/>
          <p:cNvPicPr>
            <a:picLocks noChangeAspect="1"/>
          </p:cNvPicPr>
          <p:nvPr userDrawn="1">
            <p:custDataLst>
              <p:tags r:id="rId9"/>
            </p:custDataLst>
          </p:nvPr>
        </p:nvPicPr>
        <p:blipFill>
          <a:blip r:embed="rId10" cstate="email"/>
          <a:stretch>
            <a:fillRect/>
          </a:stretch>
        </p:blipFill>
        <p:spPr>
          <a:xfrm>
            <a:off x="0" y="3342005"/>
            <a:ext cx="12192000" cy="3517265"/>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3"/>
            </p:custDataLst>
          </p:nvPr>
        </p:nvSpPr>
        <p:spPr>
          <a:xfrm>
            <a:off x="1269400" y="610475"/>
            <a:ext cx="9652600" cy="2448000"/>
          </a:xfrm>
        </p:spPr>
        <p:txBody>
          <a:bodyPr wrap="square" anchor="b">
            <a:normAutofit/>
          </a:bodyPr>
          <a:lstStyle>
            <a:lvl1pPr algn="ctr">
              <a:lnSpc>
                <a:spcPct val="100000"/>
              </a:lnSpc>
              <a:defRPr sz="8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4"/>
            </p:custDataLst>
          </p:nvPr>
        </p:nvSpPr>
        <p:spPr>
          <a:xfrm>
            <a:off x="2856000" y="3208825"/>
            <a:ext cx="6480000" cy="504000"/>
          </a:xfrm>
          <a:prstGeom prst="roundRect">
            <a:avLst>
              <a:gd name="adj" fmla="val 50000"/>
            </a:avLst>
          </a:prstGeom>
          <a:solidFill>
            <a:schemeClr val="bg1"/>
          </a:solidFill>
          <a:ln>
            <a:solidFill>
              <a:schemeClr val="accent1">
                <a:alpha val="20000"/>
              </a:schemeClr>
            </a:solidFill>
          </a:ln>
          <a:effectLst>
            <a:outerShdw blurRad="190500" dist="190500" dir="5400000" algn="t" rotWithShape="0">
              <a:schemeClr val="accent1">
                <a:alpha val="10000"/>
              </a:schemeClr>
            </a:outerShdw>
          </a:effectLst>
        </p:spPr>
        <p:txBody>
          <a:bodyPr vert="horz" wrap="square" lIns="0" tIns="0" rIns="0" bIns="0" rtlCol="0" anchor="ctr" anchorCtr="1">
            <a:normAutofit/>
          </a:bodyPr>
          <a:lstStyle>
            <a:lvl1pPr marL="0" indent="0">
              <a:buNone/>
              <a:defRPr lang="zh-CN" altLang="en-US" sz="1800" cap="all" baseline="0" dirty="0">
                <a:solidFill>
                  <a:schemeClr val="tx2">
                    <a:lumMod val="90000"/>
                    <a:lumOff val="10000"/>
                  </a:schemeClr>
                </a:solidFill>
              </a:defRPr>
            </a:lvl1pPr>
          </a:lstStyle>
          <a:p>
            <a:pPr marL="228600" lvl="0" indent="-228600" algn="ctr">
              <a:lnSpc>
                <a:spcPct val="100000"/>
              </a:lnSpc>
            </a:pPr>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4" name="日期时间占位符 7"/>
          <p:cNvSpPr>
            <a:spLocks noGrp="1"/>
          </p:cNvSpPr>
          <p:nvPr>
            <p:ph type="body" sz="quarter" idx="14" hasCustomPrompt="1"/>
            <p:custDataLst>
              <p:tags r:id="rId8"/>
            </p:custDataLst>
          </p:nvPr>
        </p:nvSpPr>
        <p:spPr>
          <a:xfrm>
            <a:off x="6173654" y="4038300"/>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日期时间</a:t>
            </a:r>
            <a:endParaRPr lang="zh-CN" altLang="en-US" dirty="0"/>
          </a:p>
        </p:txBody>
      </p:sp>
      <p:sp>
        <p:nvSpPr>
          <p:cNvPr id="24" name="署名占位符 10"/>
          <p:cNvSpPr>
            <a:spLocks noGrp="1"/>
          </p:cNvSpPr>
          <p:nvPr>
            <p:ph type="body" sz="quarter" idx="17" hasCustomPrompt="1"/>
            <p:custDataLst>
              <p:tags r:id="rId9"/>
            </p:custDataLst>
          </p:nvPr>
        </p:nvSpPr>
        <p:spPr>
          <a:xfrm>
            <a:off x="3498348" y="4038300"/>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署名</a:t>
            </a:r>
            <a:endParaRPr lang="zh-CN" altLang="en-US" dirty="0"/>
          </a:p>
        </p:txBody>
      </p:sp>
      <p:pic>
        <p:nvPicPr>
          <p:cNvPr id="9" name="图片 8" descr="压缩图片"/>
          <p:cNvPicPr>
            <a:picLocks noChangeAspect="1"/>
          </p:cNvPicPr>
          <p:nvPr userDrawn="1">
            <p:custDataLst>
              <p:tags r:id="rId10"/>
            </p:custDataLst>
          </p:nvPr>
        </p:nvPicPr>
        <p:blipFill>
          <a:blip r:embed="rId11" cstate="email"/>
          <a:stretch>
            <a:fillRect/>
          </a:stretch>
        </p:blipFill>
        <p:spPr>
          <a:xfrm>
            <a:off x="0" y="3340735"/>
            <a:ext cx="12192000" cy="3517265"/>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7" name="图片 36"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2" hasCustomPrompt="1"/>
            <p:custDataLst>
              <p:tags r:id="rId4"/>
            </p:custDataLst>
          </p:nvPr>
        </p:nvSpPr>
        <p:spPr>
          <a:xfrm>
            <a:off x="798830" y="523875"/>
            <a:ext cx="1866265" cy="342900"/>
          </a:xfrm>
          <a:prstGeom prst="rect">
            <a:avLst/>
          </a:prstGeom>
          <a:noFill/>
        </p:spPr>
        <p:txBody>
          <a:bodyPr vert="horz" wrap="square" lIns="107950" tIns="0" rIns="91440" bIns="0" rtlCol="0" anchor="b" anchorCtr="0">
            <a:normAutofit/>
          </a:bodyPr>
          <a:lstStyle>
            <a:lvl1pPr marL="0" marR="0" lvl="0" algn="l" defTabSz="914400" rtl="0" eaLnBrk="1" fontAlgn="auto" latinLnBrk="0" hangingPunct="1">
              <a:lnSpc>
                <a:spcPct val="100000"/>
              </a:lnSpc>
              <a:buClrTx/>
              <a:buSzTx/>
              <a:buFontTx/>
              <a:buNone/>
              <a:defRPr kumimoji="0" lang="en-US" altLang="zh-CN" sz="18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单击编辑副标题</a:t>
            </a:r>
            <a:endParaRPr dirty="0">
              <a:sym typeface="+mn-ea"/>
            </a:endParaRPr>
          </a:p>
        </p:txBody>
      </p:sp>
      <p:sp>
        <p:nvSpPr>
          <p:cNvPr id="6" name="标题"/>
          <p:cNvSpPr txBox="1">
            <a:spLocks noGrp="1"/>
          </p:cNvSpPr>
          <p:nvPr>
            <p:ph type="title" idx="1" hasCustomPrompt="1"/>
            <p:custDataLst>
              <p:tags r:id="rId5"/>
            </p:custDataLst>
          </p:nvPr>
        </p:nvSpPr>
        <p:spPr>
          <a:xfrm>
            <a:off x="798830" y="866775"/>
            <a:ext cx="1866265" cy="1059815"/>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defRPr>
            </a:lvl1pPr>
          </a:lstStyle>
          <a:p>
            <a:pPr lvl="0"/>
            <a:r>
              <a:rPr dirty="0">
                <a:sym typeface="+mn-ea"/>
              </a:rPr>
              <a:t>标题</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hf sldNum="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tags" Target="../tags/tag76.xml"/><Relationship Id="rId20" Type="http://schemas.openxmlformats.org/officeDocument/2006/relationships/tags" Target="../tags/tag75.xml"/><Relationship Id="rId2" Type="http://schemas.openxmlformats.org/officeDocument/2006/relationships/slideLayout" Target="../slideLayouts/slideLayout13.xml"/><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microsoft.com/office/2007/relationships/hdphoto" Target="../media/image3.wdp"/><Relationship Id="rId14" Type="http://schemas.openxmlformats.org/officeDocument/2006/relationships/image" Target="../media/image2.png"/><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image" Target="../media/image4.jpeg"/><Relationship Id="rId3" Type="http://schemas.openxmlformats.org/officeDocument/2006/relationships/tags" Target="../tags/tag83.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2"/>
            </p:custDataLst>
          </p:nvPr>
        </p:nvSpPr>
        <p:spPr>
          <a:xfrm>
            <a:off x="0" y="0"/>
            <a:ext cx="12192000" cy="6858000"/>
          </a:xfrm>
          <a:prstGeom prst="rect">
            <a:avLst/>
          </a:prstGeom>
          <a:gradFill flip="none" rotWithShape="1">
            <a:gsLst>
              <a:gs pos="20000">
                <a:schemeClr val="bg1"/>
              </a:gs>
              <a:gs pos="98000">
                <a:schemeClr val="bg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蓝色的天空和建筑&#10;&#10;中度可信度描述已自动生成"/>
          <p:cNvPicPr>
            <a:picLocks noChangeAspect="1"/>
          </p:cNvPicPr>
          <p:nvPr userDrawn="1">
            <p:custDataLst>
              <p:tags r:id="rId13"/>
            </p:custDataLst>
          </p:nvPr>
        </p:nvPicPr>
        <p:blipFill>
          <a:blip r:embed="rId14" cstate="email">
            <a:alphaModFix amt="2000"/>
            <a:extLst>
              <a:ext uri="{BEBA8EAE-BF5A-486C-A8C5-ECC9F3942E4B}">
                <a14:imgProps xmlns:a14="http://schemas.microsoft.com/office/drawing/2010/main">
                  <a14:imgLayer r:embed="rId15">
                    <a14:imgEffect>
                      <a14:brightnessContrast bright="5000" contrast="3000"/>
                    </a14:imgEffect>
                  </a14:imgLayer>
                </a14:imgProps>
              </a:ext>
            </a:extLst>
          </a:blip>
          <a:srcRect/>
          <a:stretch>
            <a:fillRect/>
          </a:stretch>
        </p:blipFill>
        <p:spPr>
          <a:xfrm>
            <a:off x="0" y="3341537"/>
            <a:ext cx="12189600" cy="3516463"/>
          </a:xfrm>
          <a:prstGeom prst="rect">
            <a:avLst/>
          </a:prstGeom>
        </p:spPr>
      </p:pic>
      <p:sp>
        <p:nvSpPr>
          <p:cNvPr id="2" name="标题占位符 1"/>
          <p:cNvSpPr>
            <a:spLocks noGrp="1"/>
          </p:cNvSpPr>
          <p:nvPr>
            <p:ph type="title"/>
            <p:custDataLst>
              <p:tags r:id="rId1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0"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tabLst>
          <a:tab pos="1079500" algn="l"/>
        </a:tabLst>
        <a:defRPr lang="zh-CN" altLang="en-US" sz="3200" b="0" kern="1200" dirty="0">
          <a:gradFill flip="none" rotWithShape="1">
            <a:gsLst>
              <a:gs pos="26000">
                <a:schemeClr val="tx2">
                  <a:lumMod val="75000"/>
                  <a:lumOff val="25000"/>
                </a:schemeClr>
              </a:gs>
              <a:gs pos="0">
                <a:schemeClr val="tx2">
                  <a:lumMod val="50000"/>
                  <a:lumOff val="50000"/>
                </a:schemeClr>
              </a:gs>
              <a:gs pos="99000">
                <a:schemeClr val="tx2"/>
              </a:gs>
            </a:gsLst>
            <a:lin ang="2700000" scaled="1"/>
            <a:tileRect/>
          </a:gra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3"/>
            </p:custDataLst>
          </p:nvPr>
        </p:nvPicPr>
        <p:blipFill rotWithShape="1">
          <a:blip r:embed="rId4">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6"/>
            </p:custDataLst>
          </p:nvPr>
        </p:nvSpPr>
        <p:spPr>
          <a:xfrm>
            <a:off x="695960" y="6356350"/>
            <a:ext cx="274320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753983" y="6356350"/>
            <a:ext cx="2743200" cy="365125"/>
          </a:xfrm>
        </p:spPr>
        <p:txBody>
          <a:bodyPr/>
          <a:lstStyle/>
          <a:p>
            <a:fld id="{73127340-2293-49D2-96F1-6E7BF0C8FD9C}" type="slidenum">
              <a:rPr lang="zh-CN" altLang="en-US" smtClean="0"/>
            </a:fld>
            <a:endParaRPr lang="zh-CN" altLang="en-US"/>
          </a:p>
        </p:txBody>
      </p:sp>
      <p:sp>
        <p:nvSpPr>
          <p:cNvPr id="2" name="文本占位符 1"/>
          <p:cNvSpPr>
            <a:spLocks noGrp="1"/>
          </p:cNvSpPr>
          <p:nvPr>
            <p:ph type="body" idx="1"/>
            <p:custDataLst>
              <p:tags r:id="rId9"/>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9" name="标题占位符 8"/>
          <p:cNvSpPr>
            <a:spLocks noGrp="1"/>
          </p:cNvSpPr>
          <p:nvPr>
            <p:ph type="title"/>
            <p:custDataLst>
              <p:tags r:id="rId10"/>
            </p:custDataLst>
          </p:nvPr>
        </p:nvSpPr>
        <p:spPr>
          <a:xfrm>
            <a:off x="695960" y="360000"/>
            <a:ext cx="10800000" cy="720000"/>
          </a:xfrm>
          <a:prstGeom prst="rect">
            <a:avLst/>
          </a:prstGeom>
          <a:noFill/>
        </p:spPr>
        <p:txBody>
          <a:bodyPr vert="horz" wrap="square" lIns="91440" tIns="0" rIns="91440" bIns="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6" name="KSO_TEMPLATE" hidden="1"/>
          <p:cNvSpPr/>
          <p:nvPr userDrawn="1">
            <p:custDataLst>
              <p:tags r:id="rId11"/>
            </p:custDataLst>
          </p:nvPr>
        </p:nvSpPr>
        <p:spPr>
          <a:xfrm>
            <a:off x="0" y="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kumimoji="0" lang="zh-CN" altLang="en-US" sz="3200" b="1" i="0" u="none" strike="noStrike" kern="1200" cap="none" spc="0" normalizeH="0" baseline="0" dirty="0" smtClean="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chemeClr val="tx1">
              <a:lumMod val="75000"/>
              <a:lumOff val="25000"/>
            </a:schemeClr>
          </a:solidFill>
          <a:uFillTx/>
          <a:latin typeface="+mn-ea"/>
          <a:ea typeface="+mn-ea"/>
          <a:cs typeface="+mn-cs"/>
          <a:sym typeface="+mn-ea"/>
        </a:defRPr>
      </a:lvl1pPr>
      <a:lvl2pPr marL="6858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2pPr>
      <a:lvl3pPr marL="11430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3pPr>
      <a:lvl4pPr marL="16002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4pPr>
      <a:lvl5pPr marL="20574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6" Type="http://schemas.openxmlformats.org/officeDocument/2006/relationships/slideLayout" Target="../slideLayouts/slideLayout13.xml"/><Relationship Id="rId15" Type="http://schemas.openxmlformats.org/officeDocument/2006/relationships/image" Target="../media/image6.png"/><Relationship Id="rId14" Type="http://schemas.openxmlformats.org/officeDocument/2006/relationships/image" Target="../media/image5.png"/><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1.xml"/></Relationships>
</file>

<file path=ppt/slides/_rels/slide3.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6" Type="http://schemas.openxmlformats.org/officeDocument/2006/relationships/slideLayout" Target="../slideLayouts/slideLayout24.xml"/><Relationship Id="rId15" Type="http://schemas.openxmlformats.org/officeDocument/2006/relationships/image" Target="../media/image6.png"/><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114.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tags" Target="../tags/tag120.xml"/><Relationship Id="rId5" Type="http://schemas.openxmlformats.org/officeDocument/2006/relationships/tags" Target="../tags/tag119.xml"/><Relationship Id="rId43" Type="http://schemas.openxmlformats.org/officeDocument/2006/relationships/notesSlide" Target="../notesSlides/notesSlide1.xml"/><Relationship Id="rId42" Type="http://schemas.openxmlformats.org/officeDocument/2006/relationships/slideLayout" Target="../slideLayouts/slideLayout2.xml"/><Relationship Id="rId41" Type="http://schemas.openxmlformats.org/officeDocument/2006/relationships/tags" Target="../tags/tag149.xml"/><Relationship Id="rId40" Type="http://schemas.openxmlformats.org/officeDocument/2006/relationships/image" Target="../media/image16.svg"/><Relationship Id="rId4" Type="http://schemas.openxmlformats.org/officeDocument/2006/relationships/tags" Target="../tags/tag118.xml"/><Relationship Id="rId39" Type="http://schemas.openxmlformats.org/officeDocument/2006/relationships/image" Target="../media/image15.png"/><Relationship Id="rId38" Type="http://schemas.openxmlformats.org/officeDocument/2006/relationships/image" Target="../media/image14.svg"/><Relationship Id="rId37" Type="http://schemas.openxmlformats.org/officeDocument/2006/relationships/image" Target="../media/image13.png"/><Relationship Id="rId36" Type="http://schemas.openxmlformats.org/officeDocument/2006/relationships/tags" Target="../tags/tag148.xml"/><Relationship Id="rId35" Type="http://schemas.openxmlformats.org/officeDocument/2006/relationships/tags" Target="../tags/tag147.xml"/><Relationship Id="rId34" Type="http://schemas.openxmlformats.org/officeDocument/2006/relationships/tags" Target="../tags/tag146.xml"/><Relationship Id="rId33" Type="http://schemas.openxmlformats.org/officeDocument/2006/relationships/tags" Target="../tags/tag145.xml"/><Relationship Id="rId32" Type="http://schemas.openxmlformats.org/officeDocument/2006/relationships/tags" Target="../tags/tag144.xml"/><Relationship Id="rId31" Type="http://schemas.openxmlformats.org/officeDocument/2006/relationships/tags" Target="../tags/tag143.xml"/><Relationship Id="rId30" Type="http://schemas.openxmlformats.org/officeDocument/2006/relationships/tags" Target="../tags/tag142.xml"/><Relationship Id="rId3" Type="http://schemas.openxmlformats.org/officeDocument/2006/relationships/tags" Target="../tags/tag117.xml"/><Relationship Id="rId29" Type="http://schemas.openxmlformats.org/officeDocument/2006/relationships/tags" Target="../tags/tag141.xml"/><Relationship Id="rId28" Type="http://schemas.openxmlformats.org/officeDocument/2006/relationships/tags" Target="../tags/tag140.xml"/><Relationship Id="rId27" Type="http://schemas.openxmlformats.org/officeDocument/2006/relationships/tags" Target="../tags/tag139.xml"/><Relationship Id="rId26" Type="http://schemas.openxmlformats.org/officeDocument/2006/relationships/image" Target="../media/image12.png"/><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image" Target="../media/image6.png"/><Relationship Id="rId20" Type="http://schemas.openxmlformats.org/officeDocument/2006/relationships/tags" Target="../tags/tag134.xml"/><Relationship Id="rId2" Type="http://schemas.openxmlformats.org/officeDocument/2006/relationships/tags" Target="../tags/tag116.xml"/><Relationship Id="rId19" Type="http://schemas.openxmlformats.org/officeDocument/2006/relationships/tags" Target="../tags/tag133.xml"/><Relationship Id="rId18" Type="http://schemas.openxmlformats.org/officeDocument/2006/relationships/tags" Target="../tags/tag132.xml"/><Relationship Id="rId17" Type="http://schemas.openxmlformats.org/officeDocument/2006/relationships/tags" Target="../tags/tag131.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tags" Target="../tags/tag11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150.xml"/><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7" Type="http://schemas.openxmlformats.org/officeDocument/2006/relationships/notesSlide" Target="../notesSlides/notesSlide2.xml"/><Relationship Id="rId26" Type="http://schemas.openxmlformats.org/officeDocument/2006/relationships/slideLayout" Target="../slideLayouts/slideLayout2.xml"/><Relationship Id="rId25" Type="http://schemas.openxmlformats.org/officeDocument/2006/relationships/tags" Target="../tags/tag171.xml"/><Relationship Id="rId24" Type="http://schemas.openxmlformats.org/officeDocument/2006/relationships/tags" Target="../tags/tag170.xml"/><Relationship Id="rId23" Type="http://schemas.openxmlformats.org/officeDocument/2006/relationships/tags" Target="../tags/tag169.xml"/><Relationship Id="rId22" Type="http://schemas.openxmlformats.org/officeDocument/2006/relationships/tags" Target="../tags/tag168.xml"/><Relationship Id="rId21" Type="http://schemas.openxmlformats.org/officeDocument/2006/relationships/tags" Target="../tags/tag167.xml"/><Relationship Id="rId20" Type="http://schemas.openxmlformats.org/officeDocument/2006/relationships/tags" Target="../tags/tag166.xml"/><Relationship Id="rId2" Type="http://schemas.openxmlformats.org/officeDocument/2006/relationships/tags" Target="../tags/tag152.xml"/><Relationship Id="rId19" Type="http://schemas.openxmlformats.org/officeDocument/2006/relationships/image" Target="../media/image12.png"/><Relationship Id="rId18" Type="http://schemas.openxmlformats.org/officeDocument/2006/relationships/tags" Target="../tags/tag165.xml"/><Relationship Id="rId17" Type="http://schemas.openxmlformats.org/officeDocument/2006/relationships/tags" Target="../tags/tag164.xml"/><Relationship Id="rId16" Type="http://schemas.openxmlformats.org/officeDocument/2006/relationships/tags" Target="../tags/tag163.xml"/><Relationship Id="rId15" Type="http://schemas.openxmlformats.org/officeDocument/2006/relationships/tags" Target="../tags/tag162.xml"/><Relationship Id="rId14" Type="http://schemas.openxmlformats.org/officeDocument/2006/relationships/image" Target="../media/image6.png"/><Relationship Id="rId13" Type="http://schemas.openxmlformats.org/officeDocument/2006/relationships/image" Target="../media/image19.png"/><Relationship Id="rId12" Type="http://schemas.openxmlformats.org/officeDocument/2006/relationships/image" Target="../media/image18.png"/><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_rels/slide8.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image" Target="../media/image12.png"/><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image" Target="../media/image6.png"/><Relationship Id="rId2" Type="http://schemas.openxmlformats.org/officeDocument/2006/relationships/image" Target="../media/image21.png"/><Relationship Id="rId16" Type="http://schemas.openxmlformats.org/officeDocument/2006/relationships/notesSlide" Target="../notesSlides/notesSlide3.xml"/><Relationship Id="rId15" Type="http://schemas.openxmlformats.org/officeDocument/2006/relationships/slideLayout" Target="../slideLayouts/slideLayout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image" Target="../media/image6.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1" Type="http://schemas.openxmlformats.org/officeDocument/2006/relationships/notesSlide" Target="../notesSlides/notesSlide4.xml"/><Relationship Id="rId20" Type="http://schemas.openxmlformats.org/officeDocument/2006/relationships/slideLayout" Target="../slideLayouts/slideLayout2.xml"/><Relationship Id="rId2" Type="http://schemas.openxmlformats.org/officeDocument/2006/relationships/tags" Target="../tags/tag183.xml"/><Relationship Id="rId19" Type="http://schemas.openxmlformats.org/officeDocument/2006/relationships/tags" Target="../tags/tag196.xml"/><Relationship Id="rId18" Type="http://schemas.openxmlformats.org/officeDocument/2006/relationships/tags" Target="../tags/tag195.xml"/><Relationship Id="rId17" Type="http://schemas.openxmlformats.org/officeDocument/2006/relationships/tags" Target="../tags/tag194.xml"/><Relationship Id="rId16" Type="http://schemas.openxmlformats.org/officeDocument/2006/relationships/tags" Target="../tags/tag193.xml"/><Relationship Id="rId15" Type="http://schemas.openxmlformats.org/officeDocument/2006/relationships/tags" Target="../tags/tag192.xml"/><Relationship Id="rId14" Type="http://schemas.openxmlformats.org/officeDocument/2006/relationships/tags" Target="../tags/tag191.xml"/><Relationship Id="rId13" Type="http://schemas.openxmlformats.org/officeDocument/2006/relationships/image" Target="../media/image12.png"/><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tags" Target="../tags/tag182.xml"/></Relationships>
</file>

<file path=ppt/slides/_rels/slide10.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image" Target="../media/image6.png"/><Relationship Id="rId6" Type="http://schemas.openxmlformats.org/officeDocument/2006/relationships/tags" Target="../tags/tag201.xml"/><Relationship Id="rId5" Type="http://schemas.openxmlformats.org/officeDocument/2006/relationships/image" Target="../media/image24.png"/><Relationship Id="rId4" Type="http://schemas.openxmlformats.org/officeDocument/2006/relationships/tags" Target="../tags/tag200.xml"/><Relationship Id="rId3" Type="http://schemas.openxmlformats.org/officeDocument/2006/relationships/tags" Target="../tags/tag199.xml"/><Relationship Id="rId21" Type="http://schemas.openxmlformats.org/officeDocument/2006/relationships/slideLayout" Target="../slideLayouts/slideLayout2.xml"/><Relationship Id="rId20" Type="http://schemas.openxmlformats.org/officeDocument/2006/relationships/tags" Target="../tags/tag211.xml"/><Relationship Id="rId2" Type="http://schemas.openxmlformats.org/officeDocument/2006/relationships/tags" Target="../tags/tag198.xml"/><Relationship Id="rId19" Type="http://schemas.openxmlformats.org/officeDocument/2006/relationships/image" Target="../media/image26.png"/><Relationship Id="rId18" Type="http://schemas.openxmlformats.org/officeDocument/2006/relationships/image" Target="../media/image25.png"/><Relationship Id="rId17" Type="http://schemas.openxmlformats.org/officeDocument/2006/relationships/tags" Target="../tags/tag210.xml"/><Relationship Id="rId16" Type="http://schemas.openxmlformats.org/officeDocument/2006/relationships/tags" Target="../tags/tag209.xml"/><Relationship Id="rId15" Type="http://schemas.openxmlformats.org/officeDocument/2006/relationships/tags" Target="../tags/tag208.xml"/><Relationship Id="rId14" Type="http://schemas.openxmlformats.org/officeDocument/2006/relationships/tags" Target="../tags/tag207.xml"/><Relationship Id="rId13" Type="http://schemas.openxmlformats.org/officeDocument/2006/relationships/tags" Target="../tags/tag206.xml"/><Relationship Id="rId12" Type="http://schemas.openxmlformats.org/officeDocument/2006/relationships/image" Target="../media/image12.png"/><Relationship Id="rId11" Type="http://schemas.openxmlformats.org/officeDocument/2006/relationships/tags" Target="../tags/tag205.xml"/><Relationship Id="rId10" Type="http://schemas.openxmlformats.org/officeDocument/2006/relationships/tags" Target="../tags/tag204.xml"/><Relationship Id="rId1" Type="http://schemas.openxmlformats.org/officeDocument/2006/relationships/tags" Target="../tags/tag197.xml"/></Relationships>
</file>

<file path=ppt/slides/_rels/slide11.xml.rels><?xml version="1.0" encoding="UTF-8" standalone="yes"?>
<Relationships xmlns="http://schemas.openxmlformats.org/package/2006/relationships"><Relationship Id="rId9" Type="http://schemas.openxmlformats.org/officeDocument/2006/relationships/tags" Target="../tags/tag220.xml"/><Relationship Id="rId8" Type="http://schemas.openxmlformats.org/officeDocument/2006/relationships/tags" Target="../tags/tag219.xml"/><Relationship Id="rId7" Type="http://schemas.openxmlformats.org/officeDocument/2006/relationships/tags" Target="../tags/tag218.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2" Type="http://schemas.openxmlformats.org/officeDocument/2006/relationships/notesSlide" Target="../notesSlides/notesSlide5.xml"/><Relationship Id="rId31" Type="http://schemas.openxmlformats.org/officeDocument/2006/relationships/slideLayout" Target="../slideLayouts/slideLayout2.xml"/><Relationship Id="rId30" Type="http://schemas.openxmlformats.org/officeDocument/2006/relationships/tags" Target="../tags/tag237.xml"/><Relationship Id="rId3" Type="http://schemas.openxmlformats.org/officeDocument/2006/relationships/tags" Target="../tags/tag214.xml"/><Relationship Id="rId29" Type="http://schemas.openxmlformats.org/officeDocument/2006/relationships/tags" Target="../tags/tag236.xml"/><Relationship Id="rId28" Type="http://schemas.openxmlformats.org/officeDocument/2006/relationships/tags" Target="../tags/tag235.xml"/><Relationship Id="rId27" Type="http://schemas.openxmlformats.org/officeDocument/2006/relationships/tags" Target="../tags/tag234.xml"/><Relationship Id="rId26" Type="http://schemas.openxmlformats.org/officeDocument/2006/relationships/tags" Target="../tags/tag233.xml"/><Relationship Id="rId25" Type="http://schemas.openxmlformats.org/officeDocument/2006/relationships/tags" Target="../tags/tag232.xml"/><Relationship Id="rId24" Type="http://schemas.openxmlformats.org/officeDocument/2006/relationships/image" Target="../media/image12.png"/><Relationship Id="rId23" Type="http://schemas.openxmlformats.org/officeDocument/2006/relationships/tags" Target="../tags/tag231.xml"/><Relationship Id="rId22" Type="http://schemas.openxmlformats.org/officeDocument/2006/relationships/tags" Target="../tags/tag230.xml"/><Relationship Id="rId21" Type="http://schemas.openxmlformats.org/officeDocument/2006/relationships/tags" Target="../tags/tag229.xml"/><Relationship Id="rId20" Type="http://schemas.openxmlformats.org/officeDocument/2006/relationships/tags" Target="../tags/tag228.xml"/><Relationship Id="rId2" Type="http://schemas.openxmlformats.org/officeDocument/2006/relationships/tags" Target="../tags/tag213.xml"/><Relationship Id="rId19" Type="http://schemas.openxmlformats.org/officeDocument/2006/relationships/image" Target="../media/image6.png"/><Relationship Id="rId18" Type="http://schemas.openxmlformats.org/officeDocument/2006/relationships/image" Target="../media/image28.png"/><Relationship Id="rId17" Type="http://schemas.openxmlformats.org/officeDocument/2006/relationships/image" Target="../media/image27.png"/><Relationship Id="rId16" Type="http://schemas.openxmlformats.org/officeDocument/2006/relationships/tags" Target="../tags/tag227.xml"/><Relationship Id="rId15" Type="http://schemas.openxmlformats.org/officeDocument/2006/relationships/tags" Target="../tags/tag226.xml"/><Relationship Id="rId14" Type="http://schemas.openxmlformats.org/officeDocument/2006/relationships/tags" Target="../tags/tag225.xml"/><Relationship Id="rId13" Type="http://schemas.openxmlformats.org/officeDocument/2006/relationships/tags" Target="../tags/tag224.xml"/><Relationship Id="rId12" Type="http://schemas.openxmlformats.org/officeDocument/2006/relationships/tags" Target="../tags/tag223.xml"/><Relationship Id="rId11" Type="http://schemas.openxmlformats.org/officeDocument/2006/relationships/tags" Target="../tags/tag222.xml"/><Relationship Id="rId10" Type="http://schemas.openxmlformats.org/officeDocument/2006/relationships/tags" Target="../tags/tag221.xml"/><Relationship Id="rId1" Type="http://schemas.openxmlformats.org/officeDocument/2006/relationships/tags" Target="../tags/tag212.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png"/><Relationship Id="rId7" Type="http://schemas.openxmlformats.org/officeDocument/2006/relationships/tags" Target="../tags/tag243.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image" Target="../media/image12.png"/><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13.xml.rels><?xml version="1.0" encoding="UTF-8" standalone="yes"?>
<Relationships xmlns="http://schemas.openxmlformats.org/package/2006/relationships"><Relationship Id="rId9" Type="http://schemas.openxmlformats.org/officeDocument/2006/relationships/tags" Target="../tags/tag252.xml"/><Relationship Id="rId8" Type="http://schemas.openxmlformats.org/officeDocument/2006/relationships/tags" Target="../tags/tag251.xml"/><Relationship Id="rId7" Type="http://schemas.openxmlformats.org/officeDocument/2006/relationships/tags" Target="../tags/tag250.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 Id="rId30" Type="http://schemas.openxmlformats.org/officeDocument/2006/relationships/slideLayout" Target="../slideLayouts/slideLayout2.xml"/><Relationship Id="rId3" Type="http://schemas.openxmlformats.org/officeDocument/2006/relationships/tags" Target="../tags/tag246.xml"/><Relationship Id="rId29" Type="http://schemas.openxmlformats.org/officeDocument/2006/relationships/tags" Target="../tags/tag270.xml"/><Relationship Id="rId28" Type="http://schemas.openxmlformats.org/officeDocument/2006/relationships/tags" Target="../tags/tag269.xml"/><Relationship Id="rId27" Type="http://schemas.openxmlformats.org/officeDocument/2006/relationships/tags" Target="../tags/tag268.xml"/><Relationship Id="rId26" Type="http://schemas.openxmlformats.org/officeDocument/2006/relationships/tags" Target="../tags/tag267.xml"/><Relationship Id="rId25" Type="http://schemas.openxmlformats.org/officeDocument/2006/relationships/tags" Target="../tags/tag266.xml"/><Relationship Id="rId24" Type="http://schemas.openxmlformats.org/officeDocument/2006/relationships/tags" Target="../tags/tag265.xml"/><Relationship Id="rId23" Type="http://schemas.openxmlformats.org/officeDocument/2006/relationships/image" Target="../media/image12.png"/><Relationship Id="rId22" Type="http://schemas.openxmlformats.org/officeDocument/2006/relationships/tags" Target="../tags/tag264.xml"/><Relationship Id="rId21" Type="http://schemas.openxmlformats.org/officeDocument/2006/relationships/tags" Target="../tags/tag263.xml"/><Relationship Id="rId20" Type="http://schemas.openxmlformats.org/officeDocument/2006/relationships/tags" Target="../tags/tag262.xml"/><Relationship Id="rId2" Type="http://schemas.openxmlformats.org/officeDocument/2006/relationships/tags" Target="../tags/tag245.xml"/><Relationship Id="rId19" Type="http://schemas.openxmlformats.org/officeDocument/2006/relationships/tags" Target="../tags/tag261.xml"/><Relationship Id="rId18" Type="http://schemas.openxmlformats.org/officeDocument/2006/relationships/image" Target="../media/image6.png"/><Relationship Id="rId17" Type="http://schemas.openxmlformats.org/officeDocument/2006/relationships/tags" Target="../tags/tag260.xml"/><Relationship Id="rId16" Type="http://schemas.openxmlformats.org/officeDocument/2006/relationships/tags" Target="../tags/tag259.xml"/><Relationship Id="rId15" Type="http://schemas.openxmlformats.org/officeDocument/2006/relationships/tags" Target="../tags/tag258.xml"/><Relationship Id="rId14" Type="http://schemas.openxmlformats.org/officeDocument/2006/relationships/tags" Target="../tags/tag257.xml"/><Relationship Id="rId13" Type="http://schemas.openxmlformats.org/officeDocument/2006/relationships/tags" Target="../tags/tag256.xml"/><Relationship Id="rId12" Type="http://schemas.openxmlformats.org/officeDocument/2006/relationships/tags" Target="../tags/tag255.xml"/><Relationship Id="rId11" Type="http://schemas.openxmlformats.org/officeDocument/2006/relationships/tags" Target="../tags/tag254.xml"/><Relationship Id="rId10" Type="http://schemas.openxmlformats.org/officeDocument/2006/relationships/tags" Target="../tags/tag253.xml"/><Relationship Id="rId1" Type="http://schemas.openxmlformats.org/officeDocument/2006/relationships/tags" Target="../tags/tag244.xml"/></Relationships>
</file>

<file path=ppt/slides/_rels/slide14.xml.rels><?xml version="1.0" encoding="UTF-8" standalone="yes"?>
<Relationships xmlns="http://schemas.openxmlformats.org/package/2006/relationships"><Relationship Id="rId9" Type="http://schemas.openxmlformats.org/officeDocument/2006/relationships/tags" Target="../tags/tag277.xml"/><Relationship Id="rId8" Type="http://schemas.openxmlformats.org/officeDocument/2006/relationships/tags" Target="../tags/tag276.xml"/><Relationship Id="rId7" Type="http://schemas.openxmlformats.org/officeDocument/2006/relationships/tags" Target="../tags/tag275.xml"/><Relationship Id="rId6" Type="http://schemas.openxmlformats.org/officeDocument/2006/relationships/image" Target="../media/image12.png"/><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2" Type="http://schemas.openxmlformats.org/officeDocument/2006/relationships/slideLayout" Target="../slideLayouts/slideLayout2.xml"/><Relationship Id="rId11" Type="http://schemas.openxmlformats.org/officeDocument/2006/relationships/tags" Target="../tags/tag279.xml"/><Relationship Id="rId10" Type="http://schemas.openxmlformats.org/officeDocument/2006/relationships/tags" Target="../tags/tag278.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280.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9" Type="http://schemas.openxmlformats.org/officeDocument/2006/relationships/notesSlide" Target="../notesSlides/notesSlide7.xml"/><Relationship Id="rId28" Type="http://schemas.openxmlformats.org/officeDocument/2006/relationships/slideLayout" Target="../slideLayouts/slideLayout2.xml"/><Relationship Id="rId27" Type="http://schemas.openxmlformats.org/officeDocument/2006/relationships/tags" Target="../tags/tag305.xml"/><Relationship Id="rId26" Type="http://schemas.openxmlformats.org/officeDocument/2006/relationships/tags" Target="../tags/tag304.xml"/><Relationship Id="rId25" Type="http://schemas.openxmlformats.org/officeDocument/2006/relationships/tags" Target="../tags/tag303.xml"/><Relationship Id="rId24" Type="http://schemas.openxmlformats.org/officeDocument/2006/relationships/tags" Target="../tags/tag302.xml"/><Relationship Id="rId23" Type="http://schemas.openxmlformats.org/officeDocument/2006/relationships/tags" Target="../tags/tag301.xml"/><Relationship Id="rId22" Type="http://schemas.openxmlformats.org/officeDocument/2006/relationships/tags" Target="../tags/tag300.xml"/><Relationship Id="rId21" Type="http://schemas.openxmlformats.org/officeDocument/2006/relationships/image" Target="../media/image12.png"/><Relationship Id="rId20" Type="http://schemas.openxmlformats.org/officeDocument/2006/relationships/tags" Target="../tags/tag299.xml"/><Relationship Id="rId2" Type="http://schemas.openxmlformats.org/officeDocument/2006/relationships/tags" Target="../tags/tag282.xml"/><Relationship Id="rId19" Type="http://schemas.openxmlformats.org/officeDocument/2006/relationships/tags" Target="../tags/tag298.xml"/><Relationship Id="rId18" Type="http://schemas.openxmlformats.org/officeDocument/2006/relationships/tags" Target="../tags/tag297.xml"/><Relationship Id="rId17" Type="http://schemas.openxmlformats.org/officeDocument/2006/relationships/tags" Target="../tags/tag296.xml"/><Relationship Id="rId16" Type="http://schemas.openxmlformats.org/officeDocument/2006/relationships/image" Target="../media/image6.png"/><Relationship Id="rId15" Type="http://schemas.openxmlformats.org/officeDocument/2006/relationships/tags" Target="../tags/tag295.xml"/><Relationship Id="rId14" Type="http://schemas.openxmlformats.org/officeDocument/2006/relationships/tags" Target="../tags/tag294.xml"/><Relationship Id="rId13" Type="http://schemas.openxmlformats.org/officeDocument/2006/relationships/tags" Target="../tags/tag293.xml"/><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tags" Target="../tags/tag281.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2234883"/>
            <a:ext cx="9144000" cy="2387600"/>
          </a:xfrm>
        </p:spPr>
        <p:txBody>
          <a:bodyPr/>
          <a:p>
            <a:r>
              <a:rPr lang="zh-CN" altLang="en-US"/>
              <a:t>塞上秘卷</a:t>
            </a:r>
            <a:br>
              <a:rPr lang="en-US" altLang="zh-CN"/>
            </a:br>
            <a:r>
              <a:rPr lang="en-US" altLang="zh-CN"/>
              <a:t>http://47.118.28.135/</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椭圆 9"/>
          <p:cNvSpPr/>
          <p:nvPr/>
        </p:nvSpPr>
        <p:spPr>
          <a:xfrm>
            <a:off x="-6800850" y="-237490"/>
            <a:ext cx="6512560" cy="7368540"/>
          </a:xfrm>
          <a:prstGeom prst="ellipse">
            <a:avLst/>
          </a:prstGeom>
          <a:solidFill>
            <a:schemeClr val="accent1">
              <a:lumMod val="40000"/>
              <a:lumOff val="60000"/>
            </a:schemeClr>
          </a:solidFill>
          <a:ln>
            <a:noFill/>
          </a:ln>
          <a:effectLst>
            <a:outerShdw blurRad="381000" dist="38100" algn="l" rotWithShape="0">
              <a:prstClr val="black">
                <a:alpha val="70000"/>
              </a:prstClr>
            </a:outerShdw>
          </a:effectLst>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9" name="椭圆 8"/>
          <p:cNvSpPr/>
          <p:nvPr/>
        </p:nvSpPr>
        <p:spPr>
          <a:xfrm>
            <a:off x="-6800850" y="-237490"/>
            <a:ext cx="6512560" cy="7368540"/>
          </a:xfrm>
          <a:prstGeom prst="ellipse">
            <a:avLst/>
          </a:prstGeom>
          <a:solidFill>
            <a:schemeClr val="tx2">
              <a:lumMod val="60000"/>
              <a:lumOff val="40000"/>
            </a:schemeClr>
          </a:solidFill>
          <a:ln>
            <a:noFill/>
          </a:ln>
          <a:effectLst>
            <a:outerShdw blurRad="381000" dist="38100" algn="l" rotWithShape="0">
              <a:prstClr val="black">
                <a:alpha val="70000"/>
              </a:prstClr>
            </a:outerShdw>
          </a:effectLst>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nvSpPr>
        <p:spPr>
          <a:xfrm>
            <a:off x="-6800850" y="-237490"/>
            <a:ext cx="6512560" cy="7368540"/>
          </a:xfrm>
          <a:prstGeom prst="ellipse">
            <a:avLst/>
          </a:prstGeom>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7" name="椭圆 6"/>
          <p:cNvSpPr/>
          <p:nvPr/>
        </p:nvSpPr>
        <p:spPr>
          <a:xfrm>
            <a:off x="-6800850" y="-237490"/>
            <a:ext cx="6512560" cy="7368540"/>
          </a:xfrm>
          <a:prstGeom prst="ellipse">
            <a:avLst/>
          </a:prstGeom>
          <a:solidFill>
            <a:schemeClr val="accent1">
              <a:lumMod val="75000"/>
            </a:schemeClr>
          </a:solidFill>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2" name="椭圆 1"/>
          <p:cNvSpPr/>
          <p:nvPr/>
        </p:nvSpPr>
        <p:spPr>
          <a:xfrm>
            <a:off x="-8881110" y="-237490"/>
            <a:ext cx="6512560" cy="7368540"/>
          </a:xfrm>
          <a:prstGeom prst="ellipse">
            <a:avLst/>
          </a:prstGeom>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grpSp>
        <p:nvGrpSpPr>
          <p:cNvPr id="11" name="组合 10"/>
          <p:cNvGrpSpPr/>
          <p:nvPr>
            <p:custDataLst>
              <p:tags r:id="rId1"/>
            </p:custDataLst>
          </p:nvPr>
        </p:nvGrpSpPr>
        <p:grpSpPr>
          <a:xfrm>
            <a:off x="-6800850" y="1961515"/>
            <a:ext cx="2214880" cy="1840483"/>
            <a:chOff x="2475677" y="1096482"/>
            <a:chExt cx="2214880" cy="1131898"/>
          </a:xfrm>
        </p:grpSpPr>
        <p:sp>
          <p:nvSpPr>
            <p:cNvPr id="12" name="文本框 11"/>
            <p:cNvSpPr txBox="1"/>
            <p:nvPr>
              <p:custDataLst>
                <p:tags r:id="rId2"/>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01</a:t>
              </a:r>
              <a:endParaRPr lang="zh-CN" altLang="en-US" sz="4000" dirty="0">
                <a:solidFill>
                  <a:schemeClr val="bg1"/>
                </a:solidFill>
                <a:latin typeface="钉钉进步体"/>
                <a:ea typeface="华文行楷" panose="02010800040101010101" pitchFamily="2" charset="-122"/>
                <a:sym typeface="钉钉进步体"/>
              </a:endParaRPr>
            </a:p>
          </p:txBody>
        </p:sp>
        <p:sp>
          <p:nvSpPr>
            <p:cNvPr id="13" name="文本框 12"/>
            <p:cNvSpPr txBox="1"/>
            <p:nvPr>
              <p:custDataLst>
                <p:tags r:id="rId3"/>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研究背景</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17" name="组合 16"/>
          <p:cNvGrpSpPr/>
          <p:nvPr>
            <p:custDataLst>
              <p:tags r:id="rId4"/>
            </p:custDataLst>
          </p:nvPr>
        </p:nvGrpSpPr>
        <p:grpSpPr>
          <a:xfrm>
            <a:off x="-6800850" y="1891665"/>
            <a:ext cx="2214880" cy="1840483"/>
            <a:chOff x="2475677" y="1096482"/>
            <a:chExt cx="2214880" cy="1131898"/>
          </a:xfrm>
        </p:grpSpPr>
        <p:sp>
          <p:nvSpPr>
            <p:cNvPr id="18" name="文本框 17"/>
            <p:cNvSpPr txBox="1"/>
            <p:nvPr>
              <p:custDataLst>
                <p:tags r:id="rId5"/>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02</a:t>
              </a:r>
              <a:endParaRPr lang="zh-CN" altLang="en-US" sz="4000" dirty="0">
                <a:solidFill>
                  <a:schemeClr val="bg1"/>
                </a:solidFill>
                <a:latin typeface="钉钉进步体"/>
                <a:ea typeface="华文行楷" panose="02010800040101010101" pitchFamily="2" charset="-122"/>
                <a:sym typeface="钉钉进步体"/>
              </a:endParaRPr>
            </a:p>
          </p:txBody>
        </p:sp>
        <p:sp>
          <p:nvSpPr>
            <p:cNvPr id="20" name="文本框 19"/>
            <p:cNvSpPr txBox="1"/>
            <p:nvPr>
              <p:custDataLst>
                <p:tags r:id="rId6"/>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研究方案</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22" name="组合 21"/>
          <p:cNvGrpSpPr/>
          <p:nvPr>
            <p:custDataLst>
              <p:tags r:id="rId7"/>
            </p:custDataLst>
          </p:nvPr>
        </p:nvGrpSpPr>
        <p:grpSpPr>
          <a:xfrm>
            <a:off x="-6800850" y="1891665"/>
            <a:ext cx="2214880" cy="1840483"/>
            <a:chOff x="2475677" y="1096482"/>
            <a:chExt cx="2214880" cy="1131898"/>
          </a:xfrm>
        </p:grpSpPr>
        <p:sp>
          <p:nvSpPr>
            <p:cNvPr id="23" name="文本框 22"/>
            <p:cNvSpPr txBox="1"/>
            <p:nvPr>
              <p:custDataLst>
                <p:tags r:id="rId8"/>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03</a:t>
              </a:r>
              <a:endParaRPr lang="zh-CN" altLang="en-US" sz="4000" dirty="0">
                <a:solidFill>
                  <a:schemeClr val="bg1"/>
                </a:solidFill>
                <a:latin typeface="钉钉进步体"/>
                <a:ea typeface="华文行楷" panose="02010800040101010101" pitchFamily="2" charset="-122"/>
                <a:sym typeface="钉钉进步体"/>
              </a:endParaRPr>
            </a:p>
          </p:txBody>
        </p:sp>
        <p:sp>
          <p:nvSpPr>
            <p:cNvPr id="24" name="文本框 23"/>
            <p:cNvSpPr txBox="1"/>
            <p:nvPr>
              <p:custDataLst>
                <p:tags r:id="rId9"/>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项目规划</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26" name="组合 25"/>
          <p:cNvGrpSpPr/>
          <p:nvPr>
            <p:custDataLst>
              <p:tags r:id="rId10"/>
            </p:custDataLst>
          </p:nvPr>
        </p:nvGrpSpPr>
        <p:grpSpPr>
          <a:xfrm>
            <a:off x="-6800850" y="1891665"/>
            <a:ext cx="2214880" cy="1840483"/>
            <a:chOff x="2475677" y="1096482"/>
            <a:chExt cx="2214880" cy="1131898"/>
          </a:xfrm>
        </p:grpSpPr>
        <p:sp>
          <p:nvSpPr>
            <p:cNvPr id="31" name="文本框 30"/>
            <p:cNvSpPr txBox="1"/>
            <p:nvPr>
              <p:custDataLst>
                <p:tags r:id="rId11"/>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04</a:t>
              </a:r>
              <a:endParaRPr lang="zh-CN" altLang="en-US" sz="4000" dirty="0">
                <a:solidFill>
                  <a:schemeClr val="bg1"/>
                </a:solidFill>
                <a:latin typeface="钉钉进步体"/>
                <a:ea typeface="华文行楷" panose="02010800040101010101" pitchFamily="2" charset="-122"/>
                <a:sym typeface="钉钉进步体"/>
              </a:endParaRPr>
            </a:p>
          </p:txBody>
        </p:sp>
        <p:sp>
          <p:nvSpPr>
            <p:cNvPr id="32" name="文本框 31"/>
            <p:cNvSpPr txBox="1"/>
            <p:nvPr>
              <p:custDataLst>
                <p:tags r:id="rId12"/>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预期成果</a:t>
              </a:r>
              <a:endParaRPr lang="zh-CN" altLang="en-US" sz="4000" dirty="0">
                <a:solidFill>
                  <a:schemeClr val="bg1"/>
                </a:solidFill>
                <a:latin typeface="钉钉进步体"/>
                <a:ea typeface="华文行楷" panose="02010800040101010101" pitchFamily="2" charset="-122"/>
                <a:sym typeface="钉钉进步体"/>
              </a:endParaRPr>
            </a:p>
          </p:txBody>
        </p:sp>
      </p:grpSp>
      <p:sp>
        <p:nvSpPr>
          <p:cNvPr id="37" name="文本框 36"/>
          <p:cNvSpPr txBox="1"/>
          <p:nvPr>
            <p:custDataLst>
              <p:tags r:id="rId13"/>
            </p:custDataLst>
          </p:nvPr>
        </p:nvSpPr>
        <p:spPr>
          <a:xfrm>
            <a:off x="-6800850" y="1891665"/>
            <a:ext cx="2633345" cy="2799715"/>
          </a:xfrm>
          <a:prstGeom prst="rect">
            <a:avLst/>
          </a:prstGeom>
          <a:noFill/>
        </p:spPr>
        <p:txBody>
          <a:bodyPr wrap="square" rtlCol="0">
            <a:spAutoFit/>
          </a:bodyPr>
          <a:lstStyle/>
          <a:p>
            <a:pPr algn="l"/>
            <a:r>
              <a:rPr lang="zh-CN" altLang="en-US" sz="8800" dirty="0">
                <a:solidFill>
                  <a:schemeClr val="bg1"/>
                </a:solidFill>
                <a:latin typeface="钉钉进步体"/>
                <a:ea typeface="华文行楷" panose="02010800040101010101" pitchFamily="2" charset="-122"/>
                <a:sym typeface="钉钉进步体"/>
              </a:rPr>
              <a:t>目</a:t>
            </a:r>
            <a:endParaRPr lang="zh-CN" altLang="en-US" sz="8800" dirty="0">
              <a:solidFill>
                <a:schemeClr val="bg1"/>
              </a:solidFill>
              <a:latin typeface="钉钉进步体"/>
              <a:ea typeface="华文行楷" panose="02010800040101010101" pitchFamily="2" charset="-122"/>
              <a:sym typeface="钉钉进步体"/>
            </a:endParaRPr>
          </a:p>
          <a:p>
            <a:pPr algn="l"/>
            <a:r>
              <a:rPr lang="zh-CN" altLang="en-US" sz="8800" dirty="0">
                <a:solidFill>
                  <a:schemeClr val="bg1"/>
                </a:solidFill>
                <a:latin typeface="钉钉进步体"/>
                <a:ea typeface="华文行楷" panose="02010800040101010101" pitchFamily="2" charset="-122"/>
                <a:sym typeface="钉钉进步体"/>
              </a:rPr>
              <a:t>录</a:t>
            </a:r>
            <a:endParaRPr lang="zh-CN" altLang="en-US" sz="8800" dirty="0">
              <a:solidFill>
                <a:schemeClr val="bg1"/>
              </a:solidFill>
              <a:latin typeface="钉钉进步体"/>
              <a:ea typeface="华文行楷" panose="02010800040101010101" pitchFamily="2" charset="-122"/>
              <a:sym typeface="钉钉进步体"/>
            </a:endParaRPr>
          </a:p>
        </p:txBody>
      </p:sp>
      <p:pic>
        <p:nvPicPr>
          <p:cNvPr id="41" name="图片 40"/>
          <p:cNvPicPr>
            <a:picLocks noChangeAspect="1"/>
          </p:cNvPicPr>
          <p:nvPr/>
        </p:nvPicPr>
        <p:blipFill>
          <a:blip r:embed="rId14"/>
          <a:stretch>
            <a:fillRect/>
          </a:stretch>
        </p:blipFill>
        <p:spPr>
          <a:xfrm>
            <a:off x="0" y="0"/>
            <a:ext cx="12192635" cy="6858635"/>
          </a:xfrm>
          <a:prstGeom prst="rect">
            <a:avLst/>
          </a:prstGeom>
        </p:spPr>
      </p:pic>
      <p:sp>
        <p:nvSpPr>
          <p:cNvPr id="43" name="矩形 42"/>
          <p:cNvSpPr/>
          <p:nvPr/>
        </p:nvSpPr>
        <p:spPr>
          <a:xfrm>
            <a:off x="0" y="0"/>
            <a:ext cx="12192635" cy="6858635"/>
          </a:xfrm>
          <a:prstGeom prst="rect">
            <a:avLst/>
          </a:prstGeom>
          <a:gradFill>
            <a:gsLst>
              <a:gs pos="53000">
                <a:schemeClr val="tx1">
                  <a:alpha val="7000"/>
                </a:schemeClr>
              </a:gs>
              <a:gs pos="0">
                <a:schemeClr val="tx1">
                  <a:alpha val="13000"/>
                </a:schemeClr>
              </a:gs>
              <a:gs pos="100000">
                <a:schemeClr val="tx1">
                  <a:alpha val="9000"/>
                </a:schemeClr>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n>
                <a:solidFill>
                  <a:sysClr val="windowText" lastClr="000000"/>
                </a:solidFill>
              </a:ln>
            </a:endParaRPr>
          </a:p>
        </p:txBody>
      </p:sp>
      <p:grpSp>
        <p:nvGrpSpPr>
          <p:cNvPr id="46" name="组合 45"/>
          <p:cNvGrpSpPr/>
          <p:nvPr/>
        </p:nvGrpSpPr>
        <p:grpSpPr>
          <a:xfrm>
            <a:off x="1697873" y="939918"/>
            <a:ext cx="9480924" cy="4264727"/>
            <a:chOff x="3528457" y="627093"/>
            <a:chExt cx="9480924" cy="4264727"/>
          </a:xfrm>
        </p:grpSpPr>
        <p:grpSp>
          <p:nvGrpSpPr>
            <p:cNvPr id="47" name="组合 46"/>
            <p:cNvGrpSpPr/>
            <p:nvPr/>
          </p:nvGrpSpPr>
          <p:grpSpPr>
            <a:xfrm>
              <a:off x="7552087" y="4467005"/>
              <a:ext cx="4495165" cy="424815"/>
              <a:chOff x="1756478" y="4447123"/>
              <a:chExt cx="4587704" cy="328883"/>
            </a:xfrm>
          </p:grpSpPr>
          <p:sp>
            <p:nvSpPr>
              <p:cNvPr id="48" name="文本框 47"/>
              <p:cNvSpPr txBox="1"/>
              <p:nvPr/>
            </p:nvSpPr>
            <p:spPr>
              <a:xfrm>
                <a:off x="1756478" y="4447123"/>
                <a:ext cx="1710263" cy="261042"/>
              </a:xfrm>
              <a:prstGeom prst="rect">
                <a:avLst/>
              </a:prstGeom>
              <a:noFill/>
            </p:spPr>
            <p:txBody>
              <a:bodyPr wrap="square" rtlCol="0">
                <a:spAutoFit/>
              </a:bodyPr>
              <a:lstStyle/>
              <a:p>
                <a:pPr algn="l"/>
                <a:r>
                  <a:rPr lang="zh-CN" altLang="en-US" sz="1600" dirty="0">
                    <a:solidFill>
                      <a:schemeClr val="bg1"/>
                    </a:solidFill>
                    <a:latin typeface="钉钉进步体"/>
                    <a:ea typeface="微软雅黑" panose="020B0503020204020204" charset="-122"/>
                    <a:sym typeface="钉钉进步体"/>
                  </a:rPr>
                  <a:t>汇报人：林奕淞</a:t>
                </a:r>
                <a:endParaRPr lang="zh-CN" altLang="en-US" sz="1600" dirty="0">
                  <a:solidFill>
                    <a:schemeClr val="bg1"/>
                  </a:solidFill>
                  <a:latin typeface="钉钉进步体"/>
                  <a:ea typeface="微软雅黑" panose="020B0503020204020204" charset="-122"/>
                  <a:sym typeface="钉钉进步体"/>
                </a:endParaRPr>
              </a:p>
            </p:txBody>
          </p:sp>
          <p:sp>
            <p:nvSpPr>
              <p:cNvPr id="49" name="文本框 48"/>
              <p:cNvSpPr txBox="1"/>
              <p:nvPr/>
            </p:nvSpPr>
            <p:spPr>
              <a:xfrm>
                <a:off x="3750597" y="4447123"/>
                <a:ext cx="2593585" cy="328883"/>
              </a:xfrm>
              <a:prstGeom prst="rect">
                <a:avLst/>
              </a:prstGeom>
              <a:noFill/>
            </p:spPr>
            <p:txBody>
              <a:bodyPr wrap="square" rtlCol="0">
                <a:noAutofit/>
              </a:bodyPr>
              <a:lstStyle/>
              <a:p>
                <a:pPr algn="l"/>
                <a:r>
                  <a:rPr lang="zh-CN" altLang="en-US" sz="1600" dirty="0">
                    <a:solidFill>
                      <a:schemeClr val="bg1"/>
                    </a:solidFill>
                    <a:latin typeface="钉钉进步体"/>
                    <a:ea typeface="微软雅黑" panose="020B0503020204020204" charset="-122"/>
                    <a:sym typeface="钉钉进步体"/>
                  </a:rPr>
                  <a:t>汇报时间：</a:t>
                </a:r>
                <a:r>
                  <a:rPr lang="en-US" altLang="zh-CN" sz="1600" dirty="0">
                    <a:solidFill>
                      <a:schemeClr val="bg1"/>
                    </a:solidFill>
                    <a:latin typeface="钉钉进步体"/>
                    <a:ea typeface="微软雅黑" panose="020B0503020204020204" charset="-122"/>
                    <a:sym typeface="钉钉进步体"/>
                  </a:rPr>
                  <a:t>2025.10.15</a:t>
                </a:r>
                <a:endParaRPr lang="en-US" altLang="zh-CN" sz="1600" dirty="0">
                  <a:solidFill>
                    <a:schemeClr val="bg1"/>
                  </a:solidFill>
                  <a:latin typeface="钉钉进步体"/>
                  <a:ea typeface="微软雅黑" panose="020B0503020204020204" charset="-122"/>
                  <a:sym typeface="钉钉进步体"/>
                </a:endParaRPr>
              </a:p>
            </p:txBody>
          </p:sp>
        </p:grpSp>
        <p:grpSp>
          <p:nvGrpSpPr>
            <p:cNvPr id="50" name="组合 49"/>
            <p:cNvGrpSpPr/>
            <p:nvPr/>
          </p:nvGrpSpPr>
          <p:grpSpPr>
            <a:xfrm>
              <a:off x="4449755" y="627093"/>
              <a:ext cx="8559626" cy="4176730"/>
              <a:chOff x="4449755" y="354719"/>
              <a:chExt cx="8559626" cy="4176730"/>
            </a:xfrm>
          </p:grpSpPr>
          <p:grpSp>
            <p:nvGrpSpPr>
              <p:cNvPr id="51" name="组合 50"/>
              <p:cNvGrpSpPr/>
              <p:nvPr/>
            </p:nvGrpSpPr>
            <p:grpSpPr>
              <a:xfrm>
                <a:off x="4449755" y="354719"/>
                <a:ext cx="2725204" cy="4176730"/>
                <a:chOff x="8364279" y="771414"/>
                <a:chExt cx="2208946" cy="3385499"/>
              </a:xfrm>
            </p:grpSpPr>
            <p:sp>
              <p:nvSpPr>
                <p:cNvPr id="52" name="文本框 51"/>
                <p:cNvSpPr txBox="1"/>
                <p:nvPr/>
              </p:nvSpPr>
              <p:spPr>
                <a:xfrm>
                  <a:off x="9519106" y="771414"/>
                  <a:ext cx="1054119" cy="1171473"/>
                </a:xfrm>
                <a:prstGeom prst="rect">
                  <a:avLst/>
                </a:prstGeom>
                <a:noFill/>
              </p:spPr>
              <p:txBody>
                <a:bodyPr wrap="none" rtlCol="0">
                  <a:spAutoFit/>
                </a:bodyPr>
                <a:lstStyle/>
                <a:p>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塞</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sp>
              <p:nvSpPr>
                <p:cNvPr id="53" name="文本框 52"/>
                <p:cNvSpPr txBox="1"/>
                <p:nvPr/>
              </p:nvSpPr>
              <p:spPr>
                <a:xfrm>
                  <a:off x="9518714" y="1863228"/>
                  <a:ext cx="1054119" cy="1171473"/>
                </a:xfrm>
                <a:prstGeom prst="rect">
                  <a:avLst/>
                </a:prstGeom>
                <a:noFill/>
              </p:spPr>
              <p:txBody>
                <a:bodyPr wrap="none" rtlCol="0">
                  <a:spAutoFit/>
                </a:bodyPr>
                <a:lstStyle/>
                <a:p>
                  <a:pPr algn="l">
                    <a:buClrTx/>
                    <a:buSzTx/>
                    <a:buFontTx/>
                  </a:pPr>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上</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sp>
              <p:nvSpPr>
                <p:cNvPr id="54" name="文本框 53"/>
                <p:cNvSpPr txBox="1"/>
                <p:nvPr/>
              </p:nvSpPr>
              <p:spPr>
                <a:xfrm>
                  <a:off x="8427048" y="1863023"/>
                  <a:ext cx="1054119" cy="1171473"/>
                </a:xfrm>
                <a:prstGeom prst="rect">
                  <a:avLst/>
                </a:prstGeom>
                <a:noFill/>
              </p:spPr>
              <p:txBody>
                <a:bodyPr wrap="none" rtlCol="0">
                  <a:spAutoFit/>
                </a:bodyPr>
                <a:lstStyle/>
                <a:p>
                  <a:pPr algn="l">
                    <a:buClrTx/>
                    <a:buSzTx/>
                    <a:buFontTx/>
                  </a:pPr>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秘</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sp>
              <p:nvSpPr>
                <p:cNvPr id="55" name="文本框 54"/>
                <p:cNvSpPr txBox="1"/>
                <p:nvPr/>
              </p:nvSpPr>
              <p:spPr>
                <a:xfrm>
                  <a:off x="8364279" y="2985440"/>
                  <a:ext cx="1054119" cy="1171473"/>
                </a:xfrm>
                <a:prstGeom prst="rect">
                  <a:avLst/>
                </a:prstGeom>
                <a:noFill/>
              </p:spPr>
              <p:txBody>
                <a:bodyPr wrap="none" rtlCol="0">
                  <a:spAutoFit/>
                </a:bodyPr>
                <a:lstStyle/>
                <a:p>
                  <a:pPr algn="l">
                    <a:buClrTx/>
                    <a:buSzTx/>
                    <a:buFontTx/>
                  </a:pPr>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卷</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grpSp>
          <p:sp>
            <p:nvSpPr>
              <p:cNvPr id="56" name="文本框 55"/>
              <p:cNvSpPr txBox="1"/>
              <p:nvPr/>
            </p:nvSpPr>
            <p:spPr>
              <a:xfrm>
                <a:off x="6945941" y="3277159"/>
                <a:ext cx="6063440" cy="645160"/>
              </a:xfrm>
              <a:prstGeom prst="rect">
                <a:avLst/>
              </a:prstGeom>
              <a:noFill/>
            </p:spPr>
            <p:txBody>
              <a:bodyPr vert="horz" wrap="square" rtlCol="0">
                <a:spAutoFit/>
              </a:bodyPr>
              <a:lstStyle/>
              <a:p>
                <a:r>
                  <a:rPr lang="en-US" altLang="zh-CN" sz="36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a:t>
                </a:r>
                <a:r>
                  <a:rPr lang="zh-CN" altLang="en-US" sz="36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西夏文化微度假平台</a:t>
                </a:r>
                <a:endParaRPr lang="zh-CN" altLang="en-US" sz="36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grpSp>
        <p:grpSp>
          <p:nvGrpSpPr>
            <p:cNvPr id="57" name="组合 56"/>
            <p:cNvGrpSpPr/>
            <p:nvPr/>
          </p:nvGrpSpPr>
          <p:grpSpPr>
            <a:xfrm>
              <a:off x="7593183" y="1621929"/>
              <a:ext cx="1316197" cy="1580620"/>
              <a:chOff x="7593183" y="1621929"/>
              <a:chExt cx="1316197" cy="1580620"/>
            </a:xfrm>
          </p:grpSpPr>
          <p:cxnSp>
            <p:nvCxnSpPr>
              <p:cNvPr id="58" name="直接连接符 57"/>
              <p:cNvCxnSpPr/>
              <p:nvPr/>
            </p:nvCxnSpPr>
            <p:spPr>
              <a:xfrm flipH="1">
                <a:off x="7778964" y="1621929"/>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7593183" y="207213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3528457" y="3116370"/>
              <a:ext cx="1130416" cy="1130416"/>
              <a:chOff x="6982948" y="1948943"/>
              <a:chExt cx="1130416" cy="1130416"/>
            </a:xfrm>
          </p:grpSpPr>
          <p:cxnSp>
            <p:nvCxnSpPr>
              <p:cNvPr id="61" name="直接连接符 60"/>
              <p:cNvCxnSpPr/>
              <p:nvPr/>
            </p:nvCxnSpPr>
            <p:spPr>
              <a:xfrm flipH="1">
                <a:off x="7179524" y="2119598"/>
                <a:ext cx="444152" cy="444152"/>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6982948" y="194894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pic>
        <p:nvPicPr>
          <p:cNvPr id="83" name="图片 8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8235" y="-237490"/>
            <a:ext cx="6512560" cy="7368540"/>
          </a:xfrm>
          <a:prstGeom prst="ellipse">
            <a:avLst/>
          </a:prstGeom>
          <a:blipFill rotWithShape="1">
            <a:blip r:embed="rId1">
              <a:alphaModFix amt="88000"/>
            </a:blip>
            <a:stretch>
              <a:fillRect/>
            </a:stretch>
          </a:blipFill>
          <a:ln>
            <a:noFill/>
          </a:ln>
          <a:effectLst>
            <a:outerShdw blurRad="381000" dist="38100" algn="l" rotWithShape="0">
              <a:prstClr val="black">
                <a:alpha val="70000"/>
              </a:prstClr>
            </a:outerShdw>
          </a:effectLst>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nvSpPr>
        <p:spPr>
          <a:xfrm>
            <a:off x="1428750" y="-237490"/>
            <a:ext cx="6512560" cy="7368540"/>
          </a:xfrm>
          <a:prstGeom prst="ellipse">
            <a:avLst/>
          </a:prstGeom>
          <a:blipFill rotWithShape="1">
            <a:blip r:embed="rId2">
              <a:alphaModFix amt="88000"/>
            </a:blip>
            <a:stretch>
              <a:fillRect/>
            </a:stretch>
          </a:blipFill>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7" name="椭圆 6"/>
          <p:cNvSpPr/>
          <p:nvPr/>
        </p:nvSpPr>
        <p:spPr>
          <a:xfrm>
            <a:off x="-874395" y="-237490"/>
            <a:ext cx="6512560" cy="7368540"/>
          </a:xfrm>
          <a:prstGeom prst="ellipse">
            <a:avLst/>
          </a:prstGeom>
          <a:blipFill rotWithShape="1">
            <a:blip r:embed="rId3">
              <a:alphaModFix amt="88000"/>
            </a:blip>
            <a:stretch>
              <a:fillRect/>
            </a:stretch>
          </a:blipFill>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2" name="椭圆 1"/>
          <p:cNvSpPr/>
          <p:nvPr/>
        </p:nvSpPr>
        <p:spPr>
          <a:xfrm>
            <a:off x="-2954655" y="-237490"/>
            <a:ext cx="6512560" cy="7368540"/>
          </a:xfrm>
          <a:prstGeom prst="ellipse">
            <a:avLst/>
          </a:prstGeom>
          <a:blipFill rotWithShape="1">
            <a:blip r:embed="rId4">
              <a:alphaModFix amt="90000"/>
            </a:blip>
            <a:stretch>
              <a:fillRect/>
            </a:stretch>
          </a:blipFill>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grpSp>
        <p:nvGrpSpPr>
          <p:cNvPr id="11" name="组合 10"/>
          <p:cNvGrpSpPr/>
          <p:nvPr>
            <p:custDataLst>
              <p:tags r:id="rId5"/>
            </p:custDataLst>
          </p:nvPr>
        </p:nvGrpSpPr>
        <p:grpSpPr>
          <a:xfrm>
            <a:off x="3950970" y="2174240"/>
            <a:ext cx="1206500" cy="2128520"/>
            <a:chOff x="2917637" y="1096482"/>
            <a:chExt cx="1206500" cy="1309041"/>
          </a:xfrm>
        </p:grpSpPr>
        <p:sp>
          <p:nvSpPr>
            <p:cNvPr id="12" name="文本框 11"/>
            <p:cNvSpPr txBox="1"/>
            <p:nvPr>
              <p:custDataLst>
                <p:tags r:id="rId6"/>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01</a:t>
              </a:r>
              <a:endParaRPr lang="zh-CN" altLang="en-US" sz="4000" dirty="0">
                <a:solidFill>
                  <a:schemeClr val="bg1"/>
                </a:solidFill>
                <a:latin typeface="钉钉进步体"/>
                <a:ea typeface="华文行楷" panose="02010800040101010101" pitchFamily="2" charset="-122"/>
                <a:sym typeface="钉钉进步体"/>
              </a:endParaRPr>
            </a:p>
          </p:txBody>
        </p:sp>
        <p:sp>
          <p:nvSpPr>
            <p:cNvPr id="13" name="文本框 12"/>
            <p:cNvSpPr txBox="1"/>
            <p:nvPr>
              <p:custDataLst>
                <p:tags r:id="rId7"/>
              </p:custDataLst>
            </p:nvPr>
          </p:nvSpPr>
          <p:spPr>
            <a:xfrm>
              <a:off x="2917637" y="1592449"/>
              <a:ext cx="1206500" cy="813074"/>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a:t>
              </a:r>
              <a:r>
                <a:rPr lang="zh-CN" altLang="en-US" sz="4000" dirty="0">
                  <a:solidFill>
                    <a:schemeClr val="bg1"/>
                  </a:solidFill>
                  <a:latin typeface="钉钉进步体"/>
                  <a:ea typeface="华文行楷" panose="02010800040101010101" pitchFamily="2" charset="-122"/>
                  <a:sym typeface="钉钉进步体"/>
                </a:rPr>
                <a:t>概述</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17" name="组合 16"/>
          <p:cNvGrpSpPr/>
          <p:nvPr>
            <p:custDataLst>
              <p:tags r:id="rId8"/>
            </p:custDataLst>
          </p:nvPr>
        </p:nvGrpSpPr>
        <p:grpSpPr>
          <a:xfrm>
            <a:off x="6096000" y="2174240"/>
            <a:ext cx="1296035" cy="2198371"/>
            <a:chOff x="2987487" y="1096482"/>
            <a:chExt cx="1296035" cy="1351999"/>
          </a:xfrm>
        </p:grpSpPr>
        <p:sp>
          <p:nvSpPr>
            <p:cNvPr id="18" name="文本框 17"/>
            <p:cNvSpPr txBox="1"/>
            <p:nvPr>
              <p:custDataLst>
                <p:tags r:id="rId9"/>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02</a:t>
              </a:r>
              <a:endParaRPr lang="zh-CN" altLang="en-US" sz="4000" dirty="0">
                <a:solidFill>
                  <a:schemeClr val="bg1"/>
                </a:solidFill>
                <a:latin typeface="钉钉进步体"/>
                <a:ea typeface="华文行楷" panose="02010800040101010101" pitchFamily="2" charset="-122"/>
                <a:sym typeface="钉钉进步体"/>
              </a:endParaRPr>
            </a:p>
          </p:txBody>
        </p:sp>
        <p:sp>
          <p:nvSpPr>
            <p:cNvPr id="20" name="文本框 19"/>
            <p:cNvSpPr txBox="1"/>
            <p:nvPr>
              <p:custDataLst>
                <p:tags r:id="rId10"/>
              </p:custDataLst>
            </p:nvPr>
          </p:nvSpPr>
          <p:spPr>
            <a:xfrm>
              <a:off x="2987487" y="1635407"/>
              <a:ext cx="1296035" cy="813074"/>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a:t>
              </a:r>
              <a:endParaRPr lang="zh-CN" altLang="en-US" sz="4000" dirty="0">
                <a:solidFill>
                  <a:schemeClr val="bg1"/>
                </a:solidFill>
                <a:latin typeface="钉钉进步体"/>
                <a:ea typeface="华文行楷" panose="02010800040101010101" pitchFamily="2" charset="-122"/>
                <a:sym typeface="钉钉进步体"/>
              </a:endParaRPr>
            </a:p>
            <a:p>
              <a:pPr algn="l"/>
              <a:r>
                <a:rPr lang="zh-CN" altLang="en-US" sz="4000" dirty="0">
                  <a:solidFill>
                    <a:schemeClr val="bg1"/>
                  </a:solidFill>
                  <a:latin typeface="钉钉进步体"/>
                  <a:ea typeface="华文行楷" panose="02010800040101010101" pitchFamily="2" charset="-122"/>
                  <a:sym typeface="钉钉进步体"/>
                </a:rPr>
                <a:t>进展</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22" name="组合 21"/>
          <p:cNvGrpSpPr/>
          <p:nvPr>
            <p:custDataLst>
              <p:tags r:id="rId11"/>
            </p:custDataLst>
          </p:nvPr>
        </p:nvGrpSpPr>
        <p:grpSpPr>
          <a:xfrm>
            <a:off x="8305165" y="2174240"/>
            <a:ext cx="1261745" cy="2216151"/>
            <a:chOff x="2915732" y="1096482"/>
            <a:chExt cx="1261745" cy="1362934"/>
          </a:xfrm>
        </p:grpSpPr>
        <p:sp>
          <p:nvSpPr>
            <p:cNvPr id="23" name="文本框 22"/>
            <p:cNvSpPr txBox="1"/>
            <p:nvPr>
              <p:custDataLst>
                <p:tags r:id="rId12"/>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03</a:t>
              </a:r>
              <a:endParaRPr lang="zh-CN" altLang="en-US" sz="4000" dirty="0">
                <a:solidFill>
                  <a:schemeClr val="bg1"/>
                </a:solidFill>
                <a:latin typeface="钉钉进步体"/>
                <a:ea typeface="华文行楷" panose="02010800040101010101" pitchFamily="2" charset="-122"/>
                <a:sym typeface="钉钉进步体"/>
              </a:endParaRPr>
            </a:p>
          </p:txBody>
        </p:sp>
        <p:sp>
          <p:nvSpPr>
            <p:cNvPr id="24" name="文本框 23"/>
            <p:cNvSpPr txBox="1"/>
            <p:nvPr>
              <p:custDataLst>
                <p:tags r:id="rId13"/>
              </p:custDataLst>
            </p:nvPr>
          </p:nvSpPr>
          <p:spPr>
            <a:xfrm>
              <a:off x="2915732" y="1646342"/>
              <a:ext cx="1261745" cy="813074"/>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a:t>
              </a:r>
              <a:endParaRPr lang="zh-CN" altLang="en-US" sz="4000" dirty="0">
                <a:solidFill>
                  <a:schemeClr val="bg1"/>
                </a:solidFill>
                <a:latin typeface="钉钉进步体"/>
                <a:ea typeface="华文行楷" panose="02010800040101010101" pitchFamily="2" charset="-122"/>
                <a:sym typeface="钉钉进步体"/>
              </a:endParaRPr>
            </a:p>
            <a:p>
              <a:pPr algn="l"/>
              <a:r>
                <a:rPr lang="zh-CN" altLang="en-US" sz="4000" dirty="0">
                  <a:solidFill>
                    <a:schemeClr val="bg1"/>
                  </a:solidFill>
                  <a:latin typeface="钉钉进步体"/>
                  <a:ea typeface="华文行楷" panose="02010800040101010101" pitchFamily="2" charset="-122"/>
                  <a:sym typeface="钉钉进步体"/>
                </a:rPr>
                <a:t>规划</a:t>
              </a:r>
              <a:endParaRPr lang="zh-CN" altLang="en-US" sz="4000" dirty="0">
                <a:solidFill>
                  <a:schemeClr val="bg1"/>
                </a:solidFill>
                <a:latin typeface="钉钉进步体"/>
                <a:ea typeface="华文行楷" panose="02010800040101010101" pitchFamily="2" charset="-122"/>
                <a:sym typeface="钉钉进步体"/>
              </a:endParaRPr>
            </a:p>
          </p:txBody>
        </p:sp>
      </p:grpSp>
      <p:sp>
        <p:nvSpPr>
          <p:cNvPr id="37" name="文本框 36"/>
          <p:cNvSpPr txBox="1"/>
          <p:nvPr>
            <p:custDataLst>
              <p:tags r:id="rId14"/>
            </p:custDataLst>
          </p:nvPr>
        </p:nvSpPr>
        <p:spPr>
          <a:xfrm>
            <a:off x="835025" y="1891665"/>
            <a:ext cx="2633345" cy="3046095"/>
          </a:xfrm>
          <a:prstGeom prst="rect">
            <a:avLst/>
          </a:prstGeom>
          <a:noFill/>
        </p:spPr>
        <p:txBody>
          <a:bodyPr wrap="square" rtlCol="0">
            <a:spAutoFit/>
          </a:bodyPr>
          <a:lstStyle/>
          <a:p>
            <a:pPr algn="l"/>
            <a:r>
              <a:rPr lang="zh-CN" altLang="en-US" sz="9600" dirty="0">
                <a:solidFill>
                  <a:schemeClr val="bg1"/>
                </a:solidFill>
                <a:latin typeface="钉钉进步体"/>
                <a:ea typeface="华文行楷" panose="02010800040101010101" pitchFamily="2" charset="-122"/>
                <a:sym typeface="钉钉进步体"/>
              </a:rPr>
              <a:t>目</a:t>
            </a:r>
            <a:endParaRPr lang="zh-CN" altLang="en-US" sz="9600" dirty="0">
              <a:solidFill>
                <a:schemeClr val="bg1"/>
              </a:solidFill>
              <a:latin typeface="钉钉进步体"/>
              <a:ea typeface="华文行楷" panose="02010800040101010101" pitchFamily="2" charset="-122"/>
              <a:sym typeface="钉钉进步体"/>
            </a:endParaRPr>
          </a:p>
          <a:p>
            <a:pPr algn="l"/>
            <a:r>
              <a:rPr lang="zh-CN" altLang="en-US" sz="9600" dirty="0">
                <a:solidFill>
                  <a:schemeClr val="bg1"/>
                </a:solidFill>
                <a:latin typeface="钉钉进步体"/>
                <a:ea typeface="华文行楷" panose="02010800040101010101" pitchFamily="2" charset="-122"/>
                <a:sym typeface="钉钉进步体"/>
              </a:rPr>
              <a:t>录</a:t>
            </a:r>
            <a:endParaRPr lang="zh-CN" altLang="en-US" sz="9600" dirty="0">
              <a:solidFill>
                <a:schemeClr val="bg1"/>
              </a:solidFill>
              <a:latin typeface="钉钉进步体"/>
              <a:ea typeface="华文行楷" panose="02010800040101010101" pitchFamily="2" charset="-122"/>
              <a:sym typeface="钉钉进步体"/>
            </a:endParaRPr>
          </a:p>
        </p:txBody>
      </p:sp>
      <p:pic>
        <p:nvPicPr>
          <p:cNvPr id="83" name="图片 8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alphaModFix amt="75000"/>
          </a:blip>
          <a:stretch>
            <a:fillRect/>
          </a:stretch>
        </p:blipFill>
        <p:spPr>
          <a:xfrm>
            <a:off x="0" y="0"/>
            <a:ext cx="12245340" cy="6858000"/>
          </a:xfrm>
          <a:prstGeom prst="rect">
            <a:avLst/>
          </a:prstGeom>
        </p:spPr>
      </p:pic>
      <p:sp>
        <p:nvSpPr>
          <p:cNvPr id="8" name="矩形 7"/>
          <p:cNvSpPr/>
          <p:nvPr/>
        </p:nvSpPr>
        <p:spPr>
          <a:xfrm>
            <a:off x="0" y="4464685"/>
            <a:ext cx="12245340" cy="2242185"/>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989FBC"/>
              </a:solidFill>
              <a:latin typeface="钉钉进步体"/>
              <a:ea typeface="微软雅黑" panose="020B0503020204020204" charset="-122"/>
              <a:sym typeface="钉钉进步体"/>
            </a:endParaRPr>
          </a:p>
        </p:txBody>
      </p:sp>
      <p:sp>
        <p:nvSpPr>
          <p:cNvPr id="2" name="标题 1"/>
          <p:cNvSpPr>
            <a:spLocks noGrp="1"/>
          </p:cNvSpPr>
          <p:nvPr>
            <p:ph type="title"/>
          </p:nvPr>
        </p:nvSpPr>
        <p:spPr>
          <a:xfrm>
            <a:off x="4007485" y="4982210"/>
            <a:ext cx="8068945" cy="1205865"/>
          </a:xfrm>
        </p:spPr>
        <p:txBody>
          <a:bodyPr>
            <a:normAutofit/>
          </a:bodyPr>
          <a:p>
            <a:pPr algn="l">
              <a:buClrTx/>
              <a:buSzTx/>
              <a:buFontTx/>
            </a:pPr>
            <a:r>
              <a:rPr lang="zh-CN" altLang="en-US" sz="5400" i="1" smtClean="0">
                <a:ln>
                  <a:noFill/>
                  <a:prstDash val="sysDot"/>
                </a:ln>
                <a:solidFill>
                  <a:srgbClr val="877766"/>
                </a:solidFill>
                <a:latin typeface="MiSans Bold" panose="00000800000000000000" charset="-122"/>
                <a:ea typeface="MiSans Bold" panose="00000800000000000000" charset="-122"/>
                <a:cs typeface="+mn-cs"/>
              </a:rPr>
              <a:t>项目</a:t>
            </a:r>
            <a:r>
              <a:rPr lang="zh-CN" altLang="en-US" sz="5400" i="1" smtClean="0">
                <a:ln>
                  <a:noFill/>
                  <a:prstDash val="sysDot"/>
                </a:ln>
                <a:solidFill>
                  <a:srgbClr val="877766"/>
                </a:solidFill>
                <a:latin typeface="MiSans Bold" panose="00000800000000000000" charset="-122"/>
                <a:ea typeface="MiSans Bold" panose="00000800000000000000" charset="-122"/>
                <a:cs typeface="+mn-cs"/>
              </a:rPr>
              <a:t>概述</a:t>
            </a:r>
            <a:endParaRPr lang="zh-CN" altLang="en-US" sz="5400" i="1" smtClean="0">
              <a:ln>
                <a:noFill/>
                <a:prstDash val="sysDot"/>
              </a:ln>
              <a:solidFill>
                <a:srgbClr val="877766"/>
              </a:solidFill>
              <a:latin typeface="MiSans Bold" panose="00000800000000000000" charset="-122"/>
              <a:ea typeface="MiSans Bold" panose="00000800000000000000" charset="-122"/>
              <a:cs typeface="+mn-cs"/>
            </a:endParaRPr>
          </a:p>
        </p:txBody>
      </p:sp>
      <p:sp>
        <p:nvSpPr>
          <p:cNvPr id="7" name="文本占位符 4"/>
          <p:cNvSpPr>
            <a:spLocks noGrp="1"/>
          </p:cNvSpPr>
          <p:nvPr>
            <p:custDataLst>
              <p:tags r:id="rId2"/>
            </p:custDataLst>
          </p:nvPr>
        </p:nvSpPr>
        <p:spPr>
          <a:xfrm>
            <a:off x="514985" y="4609465"/>
            <a:ext cx="2323465" cy="1951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10000"/>
              </a:lnSpc>
              <a:buClrTx/>
              <a:buSzTx/>
              <a:buFontTx/>
              <a:buNone/>
            </a:pPr>
            <a:r>
              <a:rPr lang="en-US" altLang="zh-CN" sz="9600" i="1" dirty="0">
                <a:solidFill>
                  <a:srgbClr val="877766"/>
                </a:solidFill>
                <a:latin typeface="MiSans Bold" panose="00000800000000000000" charset="-122"/>
                <a:ea typeface="MiSans Bold" panose="00000800000000000000" charset="-122"/>
              </a:rPr>
              <a:t>01</a:t>
            </a:r>
            <a:endParaRPr lang="en-US" altLang="zh-CN" sz="9600" i="1" dirty="0">
              <a:solidFill>
                <a:srgbClr val="877766"/>
              </a:solidFill>
              <a:latin typeface="MiSans Bold" panose="00000800000000000000" charset="-122"/>
              <a:ea typeface="MiSans Bold" panose="00000800000000000000" charset="-122"/>
            </a:endParaRPr>
          </a:p>
        </p:txBody>
      </p:sp>
      <p:pic>
        <p:nvPicPr>
          <p:cNvPr id="83" name="图片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sp>
        <p:nvSpPr>
          <p:cNvPr id="127" name="任意多边形: 形状 126"/>
          <p:cNvSpPr/>
          <p:nvPr>
            <p:custDataLst>
              <p:tags r:id="rId1"/>
            </p:custDataLst>
          </p:nvPr>
        </p:nvSpPr>
        <p:spPr>
          <a:xfrm rot="900000">
            <a:off x="9953339" y="2015383"/>
            <a:ext cx="2866291" cy="4623186"/>
          </a:xfrm>
          <a:custGeom>
            <a:avLst/>
            <a:gdLst>
              <a:gd name="connsiteX0" fmla="*/ 174574 w 2975153"/>
              <a:gd name="connsiteY0" fmla="*/ 38481 h 4612538"/>
              <a:gd name="connsiteX1" fmla="*/ 36271 w 2975153"/>
              <a:gd name="connsiteY1" fmla="*/ 0 h 4612538"/>
              <a:gd name="connsiteX2" fmla="*/ 0 w 2975153"/>
              <a:gd name="connsiteY2" fmla="*/ 129616 h 4612538"/>
              <a:gd name="connsiteX3" fmla="*/ 34290 w 2975153"/>
              <a:gd name="connsiteY3" fmla="*/ 111709 h 4612538"/>
              <a:gd name="connsiteX4" fmla="*/ 2584934 w 2975153"/>
              <a:gd name="connsiteY4" fmla="*/ 4612539 h 4612538"/>
              <a:gd name="connsiteX5" fmla="*/ 2975153 w 2975153"/>
              <a:gd name="connsiteY5" fmla="*/ 4459148 h 4612538"/>
              <a:gd name="connsiteX6" fmla="*/ 140132 w 2975153"/>
              <a:gd name="connsiteY6" fmla="*/ 56464 h 461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4" h="7281">
                <a:moveTo>
                  <a:pt x="68" y="0"/>
                </a:moveTo>
                <a:lnTo>
                  <a:pt x="327" y="72"/>
                </a:lnTo>
                <a:lnTo>
                  <a:pt x="262" y="106"/>
                </a:lnTo>
                <a:lnTo>
                  <a:pt x="4306" y="6386"/>
                </a:lnTo>
                <a:lnTo>
                  <a:pt x="4514" y="7162"/>
                </a:lnTo>
                <a:lnTo>
                  <a:pt x="4240" y="7235"/>
                </a:lnTo>
                <a:lnTo>
                  <a:pt x="4071" y="7281"/>
                </a:lnTo>
                <a:lnTo>
                  <a:pt x="64" y="209"/>
                </a:lnTo>
                <a:lnTo>
                  <a:pt x="0" y="243"/>
                </a:lnTo>
                <a:lnTo>
                  <a:pt x="68" y="0"/>
                </a:lnTo>
                <a:close/>
              </a:path>
            </a:pathLst>
          </a:custGeom>
          <a:gradFill>
            <a:gsLst>
              <a:gs pos="13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5" name="任意多边形: 形状 124"/>
          <p:cNvSpPr/>
          <p:nvPr>
            <p:custDataLst>
              <p:tags r:id="rId2"/>
            </p:custDataLst>
          </p:nvPr>
        </p:nvSpPr>
        <p:spPr>
          <a:xfrm rot="900000">
            <a:off x="8851900" y="1712595"/>
            <a:ext cx="958850" cy="5233670"/>
          </a:xfrm>
          <a:custGeom>
            <a:avLst/>
            <a:gdLst>
              <a:gd name="connsiteX0" fmla="*/ 207949 w 973835"/>
              <a:gd name="connsiteY0" fmla="*/ 58750 h 5578373"/>
              <a:gd name="connsiteX1" fmla="*/ 90297 w 973835"/>
              <a:gd name="connsiteY1" fmla="*/ 0 h 5578373"/>
              <a:gd name="connsiteX2" fmla="*/ 0 w 973835"/>
              <a:gd name="connsiteY2" fmla="*/ 168326 h 5578373"/>
              <a:gd name="connsiteX3" fmla="*/ 40767 w 973835"/>
              <a:gd name="connsiteY3" fmla="*/ 146837 h 5578373"/>
              <a:gd name="connsiteX4" fmla="*/ 506425 w 973835"/>
              <a:gd name="connsiteY4" fmla="*/ 5578374 h 5578373"/>
              <a:gd name="connsiteX5" fmla="*/ 973835 w 973835"/>
              <a:gd name="connsiteY5" fmla="*/ 5394579 h 5578373"/>
              <a:gd name="connsiteX6" fmla="*/ 166877 w 973835"/>
              <a:gd name="connsiteY6" fmla="*/ 80391 h 5578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0" h="8242">
                <a:moveTo>
                  <a:pt x="169" y="0"/>
                </a:moveTo>
                <a:lnTo>
                  <a:pt x="389" y="110"/>
                </a:lnTo>
                <a:lnTo>
                  <a:pt x="312" y="150"/>
                </a:lnTo>
                <a:lnTo>
                  <a:pt x="1510" y="8041"/>
                </a:lnTo>
                <a:lnTo>
                  <a:pt x="759" y="8242"/>
                </a:lnTo>
                <a:lnTo>
                  <a:pt x="76" y="275"/>
                </a:lnTo>
                <a:lnTo>
                  <a:pt x="0" y="315"/>
                </a:lnTo>
                <a:lnTo>
                  <a:pt x="169" y="0"/>
                </a:lnTo>
                <a:close/>
              </a:path>
            </a:pathLst>
          </a:custGeom>
          <a:gradFill>
            <a:gsLst>
              <a:gs pos="21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2" name="任意多边形: 形状 121"/>
          <p:cNvSpPr/>
          <p:nvPr>
            <p:custDataLst>
              <p:tags r:id="rId3"/>
            </p:custDataLst>
          </p:nvPr>
        </p:nvSpPr>
        <p:spPr>
          <a:xfrm rot="900000">
            <a:off x="9143365" y="1276985"/>
            <a:ext cx="2629535" cy="5648960"/>
          </a:xfrm>
          <a:custGeom>
            <a:avLst/>
            <a:gdLst>
              <a:gd name="connsiteX0" fmla="*/ 377115 w 2571522"/>
              <a:gd name="connsiteY0" fmla="*/ 38176 h 5750966"/>
              <a:gd name="connsiteX1" fmla="*/ 140666 w 2571522"/>
              <a:gd name="connsiteY1" fmla="*/ 0 h 5750966"/>
              <a:gd name="connsiteX2" fmla="*/ 0 w 2571522"/>
              <a:gd name="connsiteY2" fmla="*/ 240868 h 5750966"/>
              <a:gd name="connsiteX3" fmla="*/ 73762 w 2571522"/>
              <a:gd name="connsiteY3" fmla="*/ 201244 h 5750966"/>
              <a:gd name="connsiteX4" fmla="*/ 1444448 w 2571522"/>
              <a:gd name="connsiteY4" fmla="*/ 5750967 h 5750966"/>
              <a:gd name="connsiteX5" fmla="*/ 2571522 w 2571522"/>
              <a:gd name="connsiteY5" fmla="*/ 5307864 h 5750966"/>
              <a:gd name="connsiteX6" fmla="*/ 302286 w 2571522"/>
              <a:gd name="connsiteY6" fmla="*/ 78334 h 5750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1" h="8896">
                <a:moveTo>
                  <a:pt x="263" y="0"/>
                </a:moveTo>
                <a:lnTo>
                  <a:pt x="706" y="71"/>
                </a:lnTo>
                <a:lnTo>
                  <a:pt x="566" y="147"/>
                </a:lnTo>
                <a:lnTo>
                  <a:pt x="4141" y="8387"/>
                </a:lnTo>
                <a:lnTo>
                  <a:pt x="2242" y="8896"/>
                </a:lnTo>
                <a:lnTo>
                  <a:pt x="138" y="377"/>
                </a:lnTo>
                <a:lnTo>
                  <a:pt x="0" y="451"/>
                </a:lnTo>
                <a:lnTo>
                  <a:pt x="263" y="0"/>
                </a:lnTo>
                <a:close/>
              </a:path>
            </a:pathLst>
          </a:custGeom>
          <a:gradFill>
            <a:gsLst>
              <a:gs pos="11000">
                <a:schemeClr val="accent1">
                  <a:lumMod val="40000"/>
                  <a:lumOff val="60000"/>
                </a:schemeClr>
              </a:gs>
              <a:gs pos="93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3" name="任意多边形: 形状 122"/>
          <p:cNvSpPr/>
          <p:nvPr>
            <p:custDataLst>
              <p:tags r:id="rId4"/>
            </p:custDataLst>
          </p:nvPr>
        </p:nvSpPr>
        <p:spPr>
          <a:xfrm rot="900000">
            <a:off x="8717915" y="2380615"/>
            <a:ext cx="604520" cy="4562475"/>
          </a:xfrm>
          <a:custGeom>
            <a:avLst/>
            <a:gdLst>
              <a:gd name="connsiteX0" fmla="*/ 190500 w 621639"/>
              <a:gd name="connsiteY0" fmla="*/ 89154 h 5053660"/>
              <a:gd name="connsiteX1" fmla="*/ 84734 w 621639"/>
              <a:gd name="connsiteY1" fmla="*/ 0 h 5053660"/>
              <a:gd name="connsiteX2" fmla="*/ 0 w 621639"/>
              <a:gd name="connsiteY2" fmla="*/ 186690 h 5053660"/>
              <a:gd name="connsiteX3" fmla="*/ 37337 w 621639"/>
              <a:gd name="connsiteY3" fmla="*/ 167564 h 5053660"/>
              <a:gd name="connsiteX4" fmla="*/ 293522 w 621639"/>
              <a:gd name="connsiteY4" fmla="*/ 5053660 h 5053660"/>
              <a:gd name="connsiteX5" fmla="*/ 621639 w 621639"/>
              <a:gd name="connsiteY5" fmla="*/ 4924653 h 5053660"/>
              <a:gd name="connsiteX6" fmla="*/ 152857 w 621639"/>
              <a:gd name="connsiteY6" fmla="*/ 108432 h 50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 h="7185">
                <a:moveTo>
                  <a:pt x="159" y="0"/>
                </a:moveTo>
                <a:lnTo>
                  <a:pt x="356" y="167"/>
                </a:lnTo>
                <a:lnTo>
                  <a:pt x="286" y="203"/>
                </a:lnTo>
                <a:lnTo>
                  <a:pt x="952" y="7045"/>
                </a:lnTo>
                <a:lnTo>
                  <a:pt x="430" y="7185"/>
                </a:lnTo>
                <a:lnTo>
                  <a:pt x="70" y="313"/>
                </a:lnTo>
                <a:lnTo>
                  <a:pt x="0" y="349"/>
                </a:lnTo>
                <a:lnTo>
                  <a:pt x="159" y="0"/>
                </a:lnTo>
                <a:close/>
              </a:path>
            </a:pathLst>
          </a:custGeom>
          <a:gradFill>
            <a:gsLst>
              <a:gs pos="0">
                <a:schemeClr val="accent1">
                  <a:lumMod val="40000"/>
                  <a:lumOff val="60000"/>
                </a:schemeClr>
              </a:gs>
              <a:gs pos="67000">
                <a:schemeClr val="accent1">
                  <a:lumMod val="40000"/>
                  <a:lumOff val="60000"/>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4" name="任意多边形: 形状 123"/>
          <p:cNvSpPr/>
          <p:nvPr>
            <p:custDataLst>
              <p:tags r:id="rId5"/>
            </p:custDataLst>
          </p:nvPr>
        </p:nvSpPr>
        <p:spPr>
          <a:xfrm rot="900000">
            <a:off x="10495280" y="2204720"/>
            <a:ext cx="2145665" cy="3185160"/>
          </a:xfrm>
          <a:custGeom>
            <a:avLst/>
            <a:gdLst>
              <a:gd name="connsiteX0" fmla="*/ 196139 w 3270732"/>
              <a:gd name="connsiteY0" fmla="*/ 50597 h 4230090"/>
              <a:gd name="connsiteX1" fmla="*/ 23622 w 3270732"/>
              <a:gd name="connsiteY1" fmla="*/ 0 h 4230090"/>
              <a:gd name="connsiteX2" fmla="*/ 0 w 3270732"/>
              <a:gd name="connsiteY2" fmla="*/ 151409 h 4230090"/>
              <a:gd name="connsiteX3" fmla="*/ 38480 w 3270732"/>
              <a:gd name="connsiteY3" fmla="*/ 131597 h 4230090"/>
              <a:gd name="connsiteX4" fmla="*/ 2880208 w 3270732"/>
              <a:gd name="connsiteY4" fmla="*/ 4230091 h 4230090"/>
              <a:gd name="connsiteX5" fmla="*/ 3270733 w 3270732"/>
              <a:gd name="connsiteY5" fmla="*/ 4076548 h 4230090"/>
              <a:gd name="connsiteX6" fmla="*/ 157429 w 3270732"/>
              <a:gd name="connsiteY6" fmla="*/ 70561 h 423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9" h="5016">
                <a:moveTo>
                  <a:pt x="44" y="0"/>
                </a:moveTo>
                <a:lnTo>
                  <a:pt x="367" y="95"/>
                </a:lnTo>
                <a:lnTo>
                  <a:pt x="295" y="132"/>
                </a:lnTo>
                <a:lnTo>
                  <a:pt x="3005" y="3619"/>
                </a:lnTo>
                <a:lnTo>
                  <a:pt x="3379" y="5016"/>
                </a:lnTo>
                <a:lnTo>
                  <a:pt x="72" y="246"/>
                </a:lnTo>
                <a:lnTo>
                  <a:pt x="0" y="283"/>
                </a:lnTo>
                <a:lnTo>
                  <a:pt x="44" y="0"/>
                </a:lnTo>
                <a:close/>
              </a:path>
            </a:pathLst>
          </a:custGeom>
          <a:gradFill>
            <a:gsLst>
              <a:gs pos="13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6" name="任意多边形: 形状 125"/>
          <p:cNvSpPr/>
          <p:nvPr>
            <p:custDataLst>
              <p:tags r:id="rId6"/>
            </p:custDataLst>
          </p:nvPr>
        </p:nvSpPr>
        <p:spPr>
          <a:xfrm rot="900000">
            <a:off x="9110345" y="2094865"/>
            <a:ext cx="1198880" cy="4775200"/>
          </a:xfrm>
          <a:custGeom>
            <a:avLst/>
            <a:gdLst>
              <a:gd name="connsiteX0" fmla="*/ 161087 w 1239849"/>
              <a:gd name="connsiteY0" fmla="*/ 56541 h 5085816"/>
              <a:gd name="connsiteX1" fmla="*/ 60427 w 1239849"/>
              <a:gd name="connsiteY1" fmla="*/ 0 h 5085816"/>
              <a:gd name="connsiteX2" fmla="*/ 0 w 1239849"/>
              <a:gd name="connsiteY2" fmla="*/ 140132 h 5085816"/>
              <a:gd name="connsiteX3" fmla="*/ 31623 w 1239849"/>
              <a:gd name="connsiteY3" fmla="*/ 123749 h 5085816"/>
              <a:gd name="connsiteX4" fmla="*/ 920648 w 1239849"/>
              <a:gd name="connsiteY4" fmla="*/ 5085817 h 5085816"/>
              <a:gd name="connsiteX5" fmla="*/ 1239850 w 1239849"/>
              <a:gd name="connsiteY5" fmla="*/ 4960315 h 5085816"/>
              <a:gd name="connsiteX6" fmla="*/ 129311 w 1239849"/>
              <a:gd name="connsiteY6" fmla="*/ 73076 h 5085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8" h="7520">
                <a:moveTo>
                  <a:pt x="113" y="0"/>
                </a:moveTo>
                <a:lnTo>
                  <a:pt x="301" y="106"/>
                </a:lnTo>
                <a:lnTo>
                  <a:pt x="242" y="137"/>
                </a:lnTo>
                <a:lnTo>
                  <a:pt x="1888" y="7380"/>
                </a:lnTo>
                <a:lnTo>
                  <a:pt x="1365" y="7520"/>
                </a:lnTo>
                <a:lnTo>
                  <a:pt x="59" y="232"/>
                </a:lnTo>
                <a:lnTo>
                  <a:pt x="0" y="262"/>
                </a:lnTo>
                <a:lnTo>
                  <a:pt x="113" y="0"/>
                </a:lnTo>
                <a:close/>
              </a:path>
            </a:pathLst>
          </a:custGeom>
          <a:gradFill>
            <a:gsLst>
              <a:gs pos="14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8" name="任意多边形: 形状 127"/>
          <p:cNvSpPr/>
          <p:nvPr>
            <p:custDataLst>
              <p:tags r:id="rId7"/>
            </p:custDataLst>
          </p:nvPr>
        </p:nvSpPr>
        <p:spPr>
          <a:xfrm rot="900000">
            <a:off x="9678035" y="1858645"/>
            <a:ext cx="2439670" cy="4835525"/>
          </a:xfrm>
          <a:custGeom>
            <a:avLst/>
            <a:gdLst>
              <a:gd name="connsiteX0" fmla="*/ 102413 w 2437867"/>
              <a:gd name="connsiteY0" fmla="*/ 21946 h 4880838"/>
              <a:gd name="connsiteX1" fmla="*/ 27966 w 2437867"/>
              <a:gd name="connsiteY1" fmla="*/ 0 h 4880838"/>
              <a:gd name="connsiteX2" fmla="*/ 0 w 2437867"/>
              <a:gd name="connsiteY2" fmla="*/ 75819 h 4880838"/>
              <a:gd name="connsiteX3" fmla="*/ 20117 w 2437867"/>
              <a:gd name="connsiteY3" fmla="*/ 65227 h 4880838"/>
              <a:gd name="connsiteX4" fmla="*/ 2193188 w 2437867"/>
              <a:gd name="connsiteY4" fmla="*/ 4880839 h 4880838"/>
              <a:gd name="connsiteX5" fmla="*/ 2437867 w 2437867"/>
              <a:gd name="connsiteY5" fmla="*/ 4784598 h 4880838"/>
              <a:gd name="connsiteX6" fmla="*/ 82220 w 2437867"/>
              <a:gd name="connsiteY6" fmla="*/ 32614 h 488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2" h="7615">
                <a:moveTo>
                  <a:pt x="52" y="0"/>
                </a:moveTo>
                <a:lnTo>
                  <a:pt x="192" y="41"/>
                </a:lnTo>
                <a:lnTo>
                  <a:pt x="154" y="61"/>
                </a:lnTo>
                <a:lnTo>
                  <a:pt x="3842" y="7502"/>
                </a:lnTo>
                <a:lnTo>
                  <a:pt x="3419" y="7615"/>
                </a:lnTo>
                <a:lnTo>
                  <a:pt x="38" y="122"/>
                </a:lnTo>
                <a:lnTo>
                  <a:pt x="0" y="142"/>
                </a:lnTo>
                <a:lnTo>
                  <a:pt x="52" y="0"/>
                </a:lnTo>
                <a:close/>
              </a:path>
            </a:pathLst>
          </a:custGeom>
          <a:gradFill>
            <a:gsLst>
              <a:gs pos="14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9" name="任意多边形: 形状 128"/>
          <p:cNvSpPr/>
          <p:nvPr>
            <p:custDataLst>
              <p:tags r:id="rId8"/>
            </p:custDataLst>
          </p:nvPr>
        </p:nvSpPr>
        <p:spPr>
          <a:xfrm rot="900000">
            <a:off x="10514965" y="2634615"/>
            <a:ext cx="2153285" cy="3395345"/>
          </a:xfrm>
          <a:custGeom>
            <a:avLst/>
            <a:gdLst>
              <a:gd name="connsiteX0" fmla="*/ 149048 w 2792425"/>
              <a:gd name="connsiteY0" fmla="*/ 53035 h 3971544"/>
              <a:gd name="connsiteX1" fmla="*/ 13031 w 2792425"/>
              <a:gd name="connsiteY1" fmla="*/ 0 h 3971544"/>
              <a:gd name="connsiteX2" fmla="*/ 0 w 2792425"/>
              <a:gd name="connsiteY2" fmla="*/ 128321 h 3971544"/>
              <a:gd name="connsiteX3" fmla="*/ 29261 w 2792425"/>
              <a:gd name="connsiteY3" fmla="*/ 113538 h 3971544"/>
              <a:gd name="connsiteX4" fmla="*/ 2536165 w 2792425"/>
              <a:gd name="connsiteY4" fmla="*/ 3971544 h 3971544"/>
              <a:gd name="connsiteX5" fmla="*/ 2792426 w 2792425"/>
              <a:gd name="connsiteY5" fmla="*/ 3870808 h 3971544"/>
              <a:gd name="connsiteX6" fmla="*/ 119635 w 2792425"/>
              <a:gd name="connsiteY6" fmla="*/ 67894 h 3971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1" h="5347">
                <a:moveTo>
                  <a:pt x="24" y="0"/>
                </a:moveTo>
                <a:lnTo>
                  <a:pt x="279" y="99"/>
                </a:lnTo>
                <a:lnTo>
                  <a:pt x="224" y="127"/>
                </a:lnTo>
                <a:lnTo>
                  <a:pt x="3082" y="4194"/>
                </a:lnTo>
                <a:lnTo>
                  <a:pt x="3391" y="5347"/>
                </a:lnTo>
                <a:lnTo>
                  <a:pt x="55" y="212"/>
                </a:lnTo>
                <a:lnTo>
                  <a:pt x="0" y="240"/>
                </a:lnTo>
                <a:lnTo>
                  <a:pt x="24" y="0"/>
                </a:lnTo>
                <a:close/>
              </a:path>
            </a:pathLst>
          </a:custGeom>
          <a:gradFill>
            <a:gsLst>
              <a:gs pos="15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0" name="任意多边形: 形状 129"/>
          <p:cNvSpPr/>
          <p:nvPr>
            <p:custDataLst>
              <p:tags r:id="rId9"/>
            </p:custDataLst>
          </p:nvPr>
        </p:nvSpPr>
        <p:spPr>
          <a:xfrm rot="900000">
            <a:off x="9990455" y="2331720"/>
            <a:ext cx="2590165" cy="4354195"/>
          </a:xfrm>
          <a:custGeom>
            <a:avLst/>
            <a:gdLst>
              <a:gd name="connsiteX0" fmla="*/ 158344 w 2593695"/>
              <a:gd name="connsiteY0" fmla="*/ 47854 h 4418304"/>
              <a:gd name="connsiteX1" fmla="*/ 30023 w 2593695"/>
              <a:gd name="connsiteY1" fmla="*/ 0 h 4418304"/>
              <a:gd name="connsiteX2" fmla="*/ 0 w 2593695"/>
              <a:gd name="connsiteY2" fmla="*/ 129311 h 4418304"/>
              <a:gd name="connsiteX3" fmla="*/ 31166 w 2593695"/>
              <a:gd name="connsiteY3" fmla="*/ 113309 h 4418304"/>
              <a:gd name="connsiteX4" fmla="*/ 2285696 w 2593695"/>
              <a:gd name="connsiteY4" fmla="*/ 4418305 h 4418304"/>
              <a:gd name="connsiteX5" fmla="*/ 2593696 w 2593695"/>
              <a:gd name="connsiteY5" fmla="*/ 4297223 h 4418304"/>
              <a:gd name="connsiteX6" fmla="*/ 127102 w 2593695"/>
              <a:gd name="connsiteY6" fmla="*/ 63932 h 441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9" h="6857">
                <a:moveTo>
                  <a:pt x="56" y="0"/>
                </a:moveTo>
                <a:lnTo>
                  <a:pt x="296" y="90"/>
                </a:lnTo>
                <a:lnTo>
                  <a:pt x="238" y="120"/>
                </a:lnTo>
                <a:lnTo>
                  <a:pt x="4079" y="6712"/>
                </a:lnTo>
                <a:lnTo>
                  <a:pt x="3538" y="6857"/>
                </a:lnTo>
                <a:lnTo>
                  <a:pt x="58" y="212"/>
                </a:lnTo>
                <a:lnTo>
                  <a:pt x="0" y="242"/>
                </a:lnTo>
                <a:lnTo>
                  <a:pt x="56" y="0"/>
                </a:lnTo>
                <a:close/>
              </a:path>
            </a:pathLst>
          </a:custGeom>
          <a:gradFill>
            <a:gsLst>
              <a:gs pos="13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2" name="任意多边形: 形状 131"/>
          <p:cNvSpPr/>
          <p:nvPr>
            <p:custDataLst>
              <p:tags r:id="rId10"/>
            </p:custDataLst>
          </p:nvPr>
        </p:nvSpPr>
        <p:spPr>
          <a:xfrm rot="900000">
            <a:off x="9636760" y="4363720"/>
            <a:ext cx="755015" cy="2466975"/>
          </a:xfrm>
          <a:custGeom>
            <a:avLst/>
            <a:gdLst>
              <a:gd name="connsiteX0" fmla="*/ 77495 w 1352625"/>
              <a:gd name="connsiteY0" fmla="*/ 32690 h 4622520"/>
              <a:gd name="connsiteX1" fmla="*/ 24384 w 1352625"/>
              <a:gd name="connsiteY1" fmla="*/ 0 h 4622520"/>
              <a:gd name="connsiteX2" fmla="*/ 0 w 1352625"/>
              <a:gd name="connsiteY2" fmla="*/ 72314 h 4622520"/>
              <a:gd name="connsiteX3" fmla="*/ 15240 w 1352625"/>
              <a:gd name="connsiteY3" fmla="*/ 64465 h 4622520"/>
              <a:gd name="connsiteX4" fmla="*/ 1214627 w 1352625"/>
              <a:gd name="connsiteY4" fmla="*/ 4622521 h 4622520"/>
              <a:gd name="connsiteX5" fmla="*/ 1352625 w 1352625"/>
              <a:gd name="connsiteY5" fmla="*/ 4568190 h 4622520"/>
              <a:gd name="connsiteX6" fmla="*/ 62179 w 1352625"/>
              <a:gd name="connsiteY6" fmla="*/ 40462 h 462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9" h="3885">
                <a:moveTo>
                  <a:pt x="46" y="0"/>
                </a:moveTo>
                <a:lnTo>
                  <a:pt x="145" y="61"/>
                </a:lnTo>
                <a:lnTo>
                  <a:pt x="116" y="76"/>
                </a:lnTo>
                <a:lnTo>
                  <a:pt x="1189" y="3839"/>
                </a:lnTo>
                <a:lnTo>
                  <a:pt x="1019" y="3885"/>
                </a:lnTo>
                <a:lnTo>
                  <a:pt x="29" y="121"/>
                </a:lnTo>
                <a:lnTo>
                  <a:pt x="0" y="135"/>
                </a:lnTo>
                <a:lnTo>
                  <a:pt x="46" y="0"/>
                </a:lnTo>
                <a:close/>
              </a:path>
            </a:pathLst>
          </a:custGeom>
          <a:gradFill>
            <a:gsLst>
              <a:gs pos="0">
                <a:schemeClr val="accent1">
                  <a:lumMod val="40000"/>
                  <a:lumOff val="60000"/>
                </a:schemeClr>
              </a:gs>
              <a:gs pos="91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4" name="任意多边形: 形状 133"/>
          <p:cNvSpPr/>
          <p:nvPr>
            <p:custDataLst>
              <p:tags r:id="rId11"/>
            </p:custDataLst>
          </p:nvPr>
        </p:nvSpPr>
        <p:spPr>
          <a:xfrm rot="900000">
            <a:off x="10234930" y="5003165"/>
            <a:ext cx="1525905" cy="1924050"/>
          </a:xfrm>
          <a:custGeom>
            <a:avLst/>
            <a:gdLst>
              <a:gd name="connsiteX0" fmla="*/ 1531011 w 1531010"/>
              <a:gd name="connsiteY0" fmla="*/ 1805254 h 2405405"/>
              <a:gd name="connsiteX1" fmla="*/ 818921 w 1531010"/>
              <a:gd name="connsiteY1" fmla="*/ 2405405 h 2405405"/>
              <a:gd name="connsiteX2" fmla="*/ 95859 w 1531010"/>
              <a:gd name="connsiteY2" fmla="*/ 487832 h 2405405"/>
              <a:gd name="connsiteX3" fmla="*/ 0 w 1531010"/>
              <a:gd name="connsiteY3" fmla="*/ 100051 h 2405405"/>
              <a:gd name="connsiteX4" fmla="*/ 210846 w 1531010"/>
              <a:gd name="connsiteY4" fmla="*/ 0 h 2405405"/>
              <a:gd name="connsiteX5" fmla="*/ 457658 w 1531010"/>
              <a:gd name="connsiteY5" fmla="*/ 105003 h 240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3" h="3030">
                <a:moveTo>
                  <a:pt x="394" y="0"/>
                </a:moveTo>
                <a:lnTo>
                  <a:pt x="856" y="196"/>
                </a:lnTo>
                <a:lnTo>
                  <a:pt x="2403" y="2648"/>
                </a:lnTo>
                <a:lnTo>
                  <a:pt x="977" y="3030"/>
                </a:lnTo>
                <a:lnTo>
                  <a:pt x="179" y="913"/>
                </a:lnTo>
                <a:lnTo>
                  <a:pt x="0" y="187"/>
                </a:lnTo>
                <a:lnTo>
                  <a:pt x="394" y="0"/>
                </a:ln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5" name="任意多边形: 形状 134"/>
          <p:cNvSpPr/>
          <p:nvPr>
            <p:custDataLst>
              <p:tags r:id="rId12"/>
            </p:custDataLst>
          </p:nvPr>
        </p:nvSpPr>
        <p:spPr>
          <a:xfrm rot="900000">
            <a:off x="9138920" y="3368040"/>
            <a:ext cx="3265170" cy="3472180"/>
          </a:xfrm>
          <a:custGeom>
            <a:avLst/>
            <a:gdLst>
              <a:gd name="connsiteX0" fmla="*/ 1608271 w 3013017"/>
              <a:gd name="connsiteY0" fmla="*/ 314615 h 3708095"/>
              <a:gd name="connsiteX1" fmla="*/ 1109619 w 3013017"/>
              <a:gd name="connsiteY1" fmla="*/ 8824 h 3708095"/>
              <a:gd name="connsiteX2" fmla="*/ 899687 w 3013017"/>
              <a:gd name="connsiteY2" fmla="*/ 47229 h 3708095"/>
              <a:gd name="connsiteX3" fmla="*/ 756203 w 3013017"/>
              <a:gd name="connsiteY3" fmla="*/ 29475 h 3708095"/>
              <a:gd name="connsiteX4" fmla="*/ 652190 w 3013017"/>
              <a:gd name="connsiteY4" fmla="*/ 66127 h 3708095"/>
              <a:gd name="connsiteX5" fmla="*/ 484550 w 3013017"/>
              <a:gd name="connsiteY5" fmla="*/ 51039 h 3708095"/>
              <a:gd name="connsiteX6" fmla="*/ 313709 w 3013017"/>
              <a:gd name="connsiteY6" fmla="*/ 142860 h 3708095"/>
              <a:gd name="connsiteX7" fmla="*/ 176320 w 3013017"/>
              <a:gd name="connsiteY7" fmla="*/ 175169 h 3708095"/>
              <a:gd name="connsiteX8" fmla="*/ 1213 w 3013017"/>
              <a:gd name="connsiteY8" fmla="*/ 810601 h 3708095"/>
              <a:gd name="connsiteX9" fmla="*/ 145307 w 3013017"/>
              <a:gd name="connsiteY9" fmla="*/ 906841 h 3708095"/>
              <a:gd name="connsiteX10" fmla="*/ 55696 w 3013017"/>
              <a:gd name="connsiteY10" fmla="*/ 999424 h 3708095"/>
              <a:gd name="connsiteX11" fmla="*/ 168320 w 3013017"/>
              <a:gd name="connsiteY11" fmla="*/ 1351164 h 3708095"/>
              <a:gd name="connsiteX12" fmla="*/ 804819 w 3013017"/>
              <a:gd name="connsiteY12" fmla="*/ 1492819 h 3708095"/>
              <a:gd name="connsiteX13" fmla="*/ 950437 w 3013017"/>
              <a:gd name="connsiteY13" fmla="*/ 1466225 h 3708095"/>
              <a:gd name="connsiteX14" fmla="*/ 1012235 w 3013017"/>
              <a:gd name="connsiteY14" fmla="*/ 1499906 h 3708095"/>
              <a:gd name="connsiteX15" fmla="*/ 1240377 w 3013017"/>
              <a:gd name="connsiteY15" fmla="*/ 1934017 h 3708095"/>
              <a:gd name="connsiteX16" fmla="*/ 1922520 w 3013017"/>
              <a:gd name="connsiteY16" fmla="*/ 3708030 h 3708095"/>
              <a:gd name="connsiteX17" fmla="*/ 1302175 w 3013017"/>
              <a:gd name="connsiteY17" fmla="*/ 1715094 h 3708095"/>
              <a:gd name="connsiteX18" fmla="*/ 1174236 w 3013017"/>
              <a:gd name="connsiteY18" fmla="*/ 1409533 h 3708095"/>
              <a:gd name="connsiteX19" fmla="*/ 1249674 w 3013017"/>
              <a:gd name="connsiteY19" fmla="*/ 1380424 h 3708095"/>
              <a:gd name="connsiteX20" fmla="*/ 1620997 w 3013017"/>
              <a:gd name="connsiteY20" fmla="*/ 2257334 h 3708095"/>
              <a:gd name="connsiteX21" fmla="*/ 1331817 w 3013017"/>
              <a:gd name="connsiteY21" fmla="*/ 1406713 h 3708095"/>
              <a:gd name="connsiteX22" fmla="*/ 1525365 w 3013017"/>
              <a:gd name="connsiteY22" fmla="*/ 1475064 h 3708095"/>
              <a:gd name="connsiteX23" fmla="*/ 2343068 w 3013017"/>
              <a:gd name="connsiteY23" fmla="*/ 3176154 h 3708095"/>
              <a:gd name="connsiteX24" fmla="*/ 2488229 w 3013017"/>
              <a:gd name="connsiteY24" fmla="*/ 3142168 h 3708095"/>
              <a:gd name="connsiteX25" fmla="*/ 2236312 w 3013017"/>
              <a:gd name="connsiteY25" fmla="*/ 2488753 h 3708095"/>
              <a:gd name="connsiteX26" fmla="*/ 2574564 w 3013017"/>
              <a:gd name="connsiteY26" fmla="*/ 3121975 h 3708095"/>
              <a:gd name="connsiteX27" fmla="*/ 3013018 w 3013017"/>
              <a:gd name="connsiteY27" fmla="*/ 3019258 h 3708095"/>
              <a:gd name="connsiteX28" fmla="*/ 1892954 w 3013017"/>
              <a:gd name="connsiteY28" fmla="*/ 1103742 h 3708095"/>
              <a:gd name="connsiteX29" fmla="*/ 1752975 w 3013017"/>
              <a:gd name="connsiteY29" fmla="*/ 856854 h 3708095"/>
              <a:gd name="connsiteX30" fmla="*/ 1608271 w 3013017"/>
              <a:gd name="connsiteY30" fmla="*/ 314615 h 370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42" h="5468">
                <a:moveTo>
                  <a:pt x="1988" y="0"/>
                </a:moveTo>
                <a:cubicBezTo>
                  <a:pt x="2020" y="0"/>
                  <a:pt x="2050" y="4"/>
                  <a:pt x="2076" y="17"/>
                </a:cubicBezTo>
                <a:cubicBezTo>
                  <a:pt x="2180" y="65"/>
                  <a:pt x="3009" y="589"/>
                  <a:pt x="3009" y="589"/>
                </a:cubicBezTo>
                <a:cubicBezTo>
                  <a:pt x="3084" y="1000"/>
                  <a:pt x="3143" y="1263"/>
                  <a:pt x="3280" y="1603"/>
                </a:cubicBezTo>
                <a:cubicBezTo>
                  <a:pt x="3416" y="1943"/>
                  <a:pt x="3524" y="1948"/>
                  <a:pt x="3541" y="2065"/>
                </a:cubicBezTo>
                <a:cubicBezTo>
                  <a:pt x="3590" y="2384"/>
                  <a:pt x="4415" y="3778"/>
                  <a:pt x="5128" y="4883"/>
                </a:cubicBezTo>
                <a:lnTo>
                  <a:pt x="5142" y="4905"/>
                </a:lnTo>
                <a:lnTo>
                  <a:pt x="4420" y="5098"/>
                </a:lnTo>
                <a:lnTo>
                  <a:pt x="4184" y="4657"/>
                </a:lnTo>
                <a:lnTo>
                  <a:pt x="4360" y="5114"/>
                </a:lnTo>
                <a:lnTo>
                  <a:pt x="4028" y="5203"/>
                </a:lnTo>
                <a:lnTo>
                  <a:pt x="2854" y="2760"/>
                </a:lnTo>
                <a:cubicBezTo>
                  <a:pt x="2854" y="2760"/>
                  <a:pt x="2503" y="2563"/>
                  <a:pt x="2492" y="2632"/>
                </a:cubicBezTo>
                <a:cubicBezTo>
                  <a:pt x="2473" y="2750"/>
                  <a:pt x="3033" y="4224"/>
                  <a:pt x="3033" y="4224"/>
                </a:cubicBezTo>
                <a:lnTo>
                  <a:pt x="2338" y="2583"/>
                </a:lnTo>
                <a:cubicBezTo>
                  <a:pt x="2338" y="2583"/>
                  <a:pt x="2281" y="2613"/>
                  <a:pt x="2197" y="2637"/>
                </a:cubicBezTo>
                <a:cubicBezTo>
                  <a:pt x="2113" y="2662"/>
                  <a:pt x="2430" y="3131"/>
                  <a:pt x="2436" y="3209"/>
                </a:cubicBezTo>
                <a:cubicBezTo>
                  <a:pt x="2451" y="3381"/>
                  <a:pt x="2778" y="4430"/>
                  <a:pt x="3082" y="5371"/>
                </a:cubicBezTo>
                <a:lnTo>
                  <a:pt x="3107" y="5450"/>
                </a:lnTo>
                <a:lnTo>
                  <a:pt x="3040" y="5468"/>
                </a:lnTo>
                <a:lnTo>
                  <a:pt x="3027" y="5434"/>
                </a:lnTo>
                <a:cubicBezTo>
                  <a:pt x="2763" y="4744"/>
                  <a:pt x="2473" y="3996"/>
                  <a:pt x="2321" y="3619"/>
                </a:cubicBezTo>
                <a:cubicBezTo>
                  <a:pt x="2262" y="3474"/>
                  <a:pt x="1894" y="2806"/>
                  <a:pt x="1894" y="2806"/>
                </a:cubicBezTo>
                <a:cubicBezTo>
                  <a:pt x="1894" y="2806"/>
                  <a:pt x="1858" y="2758"/>
                  <a:pt x="1778" y="2743"/>
                </a:cubicBezTo>
                <a:cubicBezTo>
                  <a:pt x="1699" y="2729"/>
                  <a:pt x="1647" y="2791"/>
                  <a:pt x="1506" y="2793"/>
                </a:cubicBezTo>
                <a:cubicBezTo>
                  <a:pt x="1364" y="2795"/>
                  <a:pt x="326" y="2542"/>
                  <a:pt x="315" y="2528"/>
                </a:cubicBezTo>
                <a:cubicBezTo>
                  <a:pt x="304" y="2514"/>
                  <a:pt x="54" y="1969"/>
                  <a:pt x="104" y="1870"/>
                </a:cubicBezTo>
                <a:cubicBezTo>
                  <a:pt x="155" y="1771"/>
                  <a:pt x="272" y="1697"/>
                  <a:pt x="272" y="1697"/>
                </a:cubicBezTo>
                <a:cubicBezTo>
                  <a:pt x="272" y="1697"/>
                  <a:pt x="33" y="1617"/>
                  <a:pt x="2" y="1517"/>
                </a:cubicBezTo>
                <a:cubicBezTo>
                  <a:pt x="-28" y="1416"/>
                  <a:pt x="255" y="411"/>
                  <a:pt x="330" y="328"/>
                </a:cubicBezTo>
                <a:cubicBezTo>
                  <a:pt x="405" y="245"/>
                  <a:pt x="492" y="296"/>
                  <a:pt x="587" y="267"/>
                </a:cubicBezTo>
                <a:cubicBezTo>
                  <a:pt x="682" y="239"/>
                  <a:pt x="765" y="147"/>
                  <a:pt x="907" y="95"/>
                </a:cubicBezTo>
                <a:cubicBezTo>
                  <a:pt x="1049" y="44"/>
                  <a:pt x="1075" y="140"/>
                  <a:pt x="1220" y="124"/>
                </a:cubicBezTo>
                <a:cubicBezTo>
                  <a:pt x="1260" y="119"/>
                  <a:pt x="1373" y="55"/>
                  <a:pt x="1415" y="55"/>
                </a:cubicBezTo>
                <a:cubicBezTo>
                  <a:pt x="1514" y="55"/>
                  <a:pt x="1597" y="124"/>
                  <a:pt x="1683" y="88"/>
                </a:cubicBezTo>
                <a:cubicBezTo>
                  <a:pt x="1776" y="50"/>
                  <a:pt x="1892" y="1"/>
                  <a:pt x="1988" y="0"/>
                </a:cubicBezTo>
                <a:close/>
              </a:path>
            </a:pathLst>
          </a:custGeom>
          <a:gradFill>
            <a:gsLst>
              <a:gs pos="0">
                <a:schemeClr val="accent1"/>
              </a:gs>
              <a:gs pos="85000">
                <a:schemeClr val="accent1">
                  <a:lumMod val="0"/>
                  <a:lumOff val="100000"/>
                </a:schemeClr>
              </a:gs>
            </a:gsLst>
            <a:lin ang="54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6" name="任意多边形: 形状 135"/>
          <p:cNvSpPr/>
          <p:nvPr>
            <p:custDataLst>
              <p:tags r:id="rId13"/>
            </p:custDataLst>
          </p:nvPr>
        </p:nvSpPr>
        <p:spPr>
          <a:xfrm rot="900000">
            <a:off x="9535160" y="3191510"/>
            <a:ext cx="1377950" cy="918845"/>
          </a:xfrm>
          <a:custGeom>
            <a:avLst/>
            <a:gdLst>
              <a:gd name="connsiteX0" fmla="*/ 742950 w 1159688"/>
              <a:gd name="connsiteY0" fmla="*/ 251393 h 773260"/>
              <a:gd name="connsiteX1" fmla="*/ 770916 w 1159688"/>
              <a:gd name="connsiteY1" fmla="*/ 338947 h 773260"/>
              <a:gd name="connsiteX2" fmla="*/ 752018 w 1159688"/>
              <a:gd name="connsiteY2" fmla="*/ 635136 h 773260"/>
              <a:gd name="connsiteX3" fmla="*/ 762914 w 1159688"/>
              <a:gd name="connsiteY3" fmla="*/ 684056 h 773260"/>
              <a:gd name="connsiteX4" fmla="*/ 897408 w 1159688"/>
              <a:gd name="connsiteY4" fmla="*/ 681390 h 773260"/>
              <a:gd name="connsiteX5" fmla="*/ 958673 w 1159688"/>
              <a:gd name="connsiteY5" fmla="*/ 695411 h 773260"/>
              <a:gd name="connsiteX6" fmla="*/ 928116 w 1159688"/>
              <a:gd name="connsiteY6" fmla="*/ 620582 h 773260"/>
              <a:gd name="connsiteX7" fmla="*/ 997534 w 1159688"/>
              <a:gd name="connsiteY7" fmla="*/ 248345 h 773260"/>
              <a:gd name="connsiteX8" fmla="*/ 968883 w 1159688"/>
              <a:gd name="connsiteY8" fmla="*/ 242249 h 773260"/>
              <a:gd name="connsiteX9" fmla="*/ 1013156 w 1159688"/>
              <a:gd name="connsiteY9" fmla="*/ 136864 h 773260"/>
              <a:gd name="connsiteX10" fmla="*/ 1009421 w 1159688"/>
              <a:gd name="connsiteY10" fmla="*/ 108518 h 773260"/>
              <a:gd name="connsiteX11" fmla="*/ 1159688 w 1159688"/>
              <a:gd name="connsiteY11" fmla="*/ 100364 h 773260"/>
              <a:gd name="connsiteX12" fmla="*/ 994944 w 1159688"/>
              <a:gd name="connsiteY12" fmla="*/ 1609 h 773260"/>
              <a:gd name="connsiteX13" fmla="*/ 853898 w 1159688"/>
              <a:gd name="connsiteY13" fmla="*/ 55178 h 773260"/>
              <a:gd name="connsiteX14" fmla="*/ 657606 w 1159688"/>
              <a:gd name="connsiteY14" fmla="*/ 57769 h 773260"/>
              <a:gd name="connsiteX15" fmla="*/ 453619 w 1159688"/>
              <a:gd name="connsiteY15" fmla="*/ 79562 h 773260"/>
              <a:gd name="connsiteX16" fmla="*/ 266853 w 1159688"/>
              <a:gd name="connsiteY16" fmla="*/ 147532 h 773260"/>
              <a:gd name="connsiteX17" fmla="*/ 129160 w 1159688"/>
              <a:gd name="connsiteY17" fmla="*/ 250479 h 773260"/>
              <a:gd name="connsiteX18" fmla="*/ 0 w 1159688"/>
              <a:gd name="connsiteY18" fmla="*/ 770086 h 773260"/>
              <a:gd name="connsiteX19" fmla="*/ 86411 w 1159688"/>
              <a:gd name="connsiteY19" fmla="*/ 768410 h 773260"/>
              <a:gd name="connsiteX20" fmla="*/ 184252 w 1159688"/>
              <a:gd name="connsiteY20" fmla="*/ 606333 h 773260"/>
              <a:gd name="connsiteX21" fmla="*/ 278130 w 1159688"/>
              <a:gd name="connsiteY21" fmla="*/ 282101 h 773260"/>
              <a:gd name="connsiteX22" fmla="*/ 296647 w 1159688"/>
              <a:gd name="connsiteY22" fmla="*/ 355254 h 773260"/>
              <a:gd name="connsiteX23" fmla="*/ 345186 w 1159688"/>
              <a:gd name="connsiteY23" fmla="*/ 280959 h 773260"/>
              <a:gd name="connsiteX24" fmla="*/ 254279 w 1159688"/>
              <a:gd name="connsiteY24" fmla="*/ 584996 h 773260"/>
              <a:gd name="connsiteX25" fmla="*/ 231267 w 1159688"/>
              <a:gd name="connsiteY25" fmla="*/ 748674 h 773260"/>
              <a:gd name="connsiteX26" fmla="*/ 331851 w 1159688"/>
              <a:gd name="connsiteY26" fmla="*/ 761628 h 773260"/>
              <a:gd name="connsiteX27" fmla="*/ 429463 w 1159688"/>
              <a:gd name="connsiteY27" fmla="*/ 702954 h 773260"/>
              <a:gd name="connsiteX28" fmla="*/ 490576 w 1159688"/>
              <a:gd name="connsiteY28" fmla="*/ 280882 h 773260"/>
              <a:gd name="connsiteX29" fmla="*/ 519227 w 1159688"/>
              <a:gd name="connsiteY29" fmla="*/ 323326 h 773260"/>
              <a:gd name="connsiteX30" fmla="*/ 538582 w 1159688"/>
              <a:gd name="connsiteY30" fmla="*/ 276615 h 773260"/>
              <a:gd name="connsiteX31" fmla="*/ 525933 w 1159688"/>
              <a:gd name="connsiteY31" fmla="*/ 459648 h 773260"/>
              <a:gd name="connsiteX32" fmla="*/ 493700 w 1159688"/>
              <a:gd name="connsiteY32" fmla="*/ 715908 h 773260"/>
              <a:gd name="connsiteX33" fmla="*/ 529514 w 1159688"/>
              <a:gd name="connsiteY33" fmla="*/ 732596 h 773260"/>
              <a:gd name="connsiteX34" fmla="*/ 668808 w 1159688"/>
              <a:gd name="connsiteY34" fmla="*/ 724824 h 773260"/>
              <a:gd name="connsiteX35" fmla="*/ 705384 w 1159688"/>
              <a:gd name="connsiteY35" fmla="*/ 698306 h 773260"/>
              <a:gd name="connsiteX36" fmla="*/ 747598 w 1159688"/>
              <a:gd name="connsiteY36" fmla="*/ 347328 h 773260"/>
              <a:gd name="connsiteX37" fmla="*/ 742950 w 1159688"/>
              <a:gd name="connsiteY37" fmla="*/ 251393 h 77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59688" h="773260">
                <a:moveTo>
                  <a:pt x="742950" y="251393"/>
                </a:moveTo>
                <a:lnTo>
                  <a:pt x="770916" y="338947"/>
                </a:lnTo>
                <a:lnTo>
                  <a:pt x="752018" y="635136"/>
                </a:lnTo>
                <a:lnTo>
                  <a:pt x="762914" y="684056"/>
                </a:lnTo>
                <a:lnTo>
                  <a:pt x="897408" y="681390"/>
                </a:lnTo>
                <a:lnTo>
                  <a:pt x="958673" y="695411"/>
                </a:lnTo>
                <a:lnTo>
                  <a:pt x="928116" y="620582"/>
                </a:lnTo>
                <a:lnTo>
                  <a:pt x="997534" y="248345"/>
                </a:lnTo>
                <a:lnTo>
                  <a:pt x="968883" y="242249"/>
                </a:lnTo>
                <a:cubicBezTo>
                  <a:pt x="968883" y="242249"/>
                  <a:pt x="1018489" y="151495"/>
                  <a:pt x="1013156" y="136864"/>
                </a:cubicBezTo>
                <a:cubicBezTo>
                  <a:pt x="1007821" y="122310"/>
                  <a:pt x="1009421" y="108518"/>
                  <a:pt x="1009421" y="108518"/>
                </a:cubicBezTo>
                <a:lnTo>
                  <a:pt x="1159688" y="100364"/>
                </a:lnTo>
                <a:cubicBezTo>
                  <a:pt x="1159688" y="100364"/>
                  <a:pt x="1094690" y="-14850"/>
                  <a:pt x="994944" y="1609"/>
                </a:cubicBezTo>
                <a:cubicBezTo>
                  <a:pt x="941223" y="10449"/>
                  <a:pt x="917906" y="33918"/>
                  <a:pt x="853898" y="55178"/>
                </a:cubicBezTo>
                <a:cubicBezTo>
                  <a:pt x="798882" y="73390"/>
                  <a:pt x="734187" y="18373"/>
                  <a:pt x="657606" y="57769"/>
                </a:cubicBezTo>
                <a:cubicBezTo>
                  <a:pt x="551383" y="112480"/>
                  <a:pt x="539573" y="61426"/>
                  <a:pt x="453619" y="79562"/>
                </a:cubicBezTo>
                <a:cubicBezTo>
                  <a:pt x="367665" y="97621"/>
                  <a:pt x="343281" y="139531"/>
                  <a:pt x="266853" y="147532"/>
                </a:cubicBezTo>
                <a:cubicBezTo>
                  <a:pt x="190424" y="155533"/>
                  <a:pt x="155448" y="184032"/>
                  <a:pt x="129160" y="250479"/>
                </a:cubicBezTo>
                <a:cubicBezTo>
                  <a:pt x="57836" y="431377"/>
                  <a:pt x="0" y="770086"/>
                  <a:pt x="0" y="770086"/>
                </a:cubicBezTo>
                <a:cubicBezTo>
                  <a:pt x="0" y="770086"/>
                  <a:pt x="50292" y="778240"/>
                  <a:pt x="86411" y="768410"/>
                </a:cubicBezTo>
                <a:cubicBezTo>
                  <a:pt x="122454" y="758580"/>
                  <a:pt x="148210" y="738387"/>
                  <a:pt x="184252" y="606333"/>
                </a:cubicBezTo>
                <a:cubicBezTo>
                  <a:pt x="243764" y="419261"/>
                  <a:pt x="278130" y="282101"/>
                  <a:pt x="278130" y="282101"/>
                </a:cubicBezTo>
                <a:cubicBezTo>
                  <a:pt x="278130" y="282101"/>
                  <a:pt x="293294" y="337042"/>
                  <a:pt x="296647" y="355254"/>
                </a:cubicBezTo>
                <a:cubicBezTo>
                  <a:pt x="310362" y="373313"/>
                  <a:pt x="345186" y="280959"/>
                  <a:pt x="345186" y="280959"/>
                </a:cubicBezTo>
                <a:cubicBezTo>
                  <a:pt x="345186" y="280959"/>
                  <a:pt x="266471" y="527694"/>
                  <a:pt x="254279" y="584996"/>
                </a:cubicBezTo>
                <a:cubicBezTo>
                  <a:pt x="242088" y="642299"/>
                  <a:pt x="201244" y="729853"/>
                  <a:pt x="231267" y="748674"/>
                </a:cubicBezTo>
                <a:cubicBezTo>
                  <a:pt x="261290" y="767495"/>
                  <a:pt x="285141" y="778621"/>
                  <a:pt x="331851" y="761628"/>
                </a:cubicBezTo>
                <a:cubicBezTo>
                  <a:pt x="378562" y="744635"/>
                  <a:pt x="422606" y="742883"/>
                  <a:pt x="429463" y="702954"/>
                </a:cubicBezTo>
                <a:cubicBezTo>
                  <a:pt x="452628" y="567318"/>
                  <a:pt x="521132" y="341081"/>
                  <a:pt x="490576" y="280882"/>
                </a:cubicBezTo>
                <a:cubicBezTo>
                  <a:pt x="477926" y="255965"/>
                  <a:pt x="508788" y="297570"/>
                  <a:pt x="519227" y="323326"/>
                </a:cubicBezTo>
                <a:cubicBezTo>
                  <a:pt x="530504" y="330412"/>
                  <a:pt x="538582" y="276615"/>
                  <a:pt x="538582" y="276615"/>
                </a:cubicBezTo>
                <a:cubicBezTo>
                  <a:pt x="538582" y="276615"/>
                  <a:pt x="547878" y="365769"/>
                  <a:pt x="525933" y="459648"/>
                </a:cubicBezTo>
                <a:cubicBezTo>
                  <a:pt x="503987" y="553602"/>
                  <a:pt x="493700" y="715908"/>
                  <a:pt x="493700" y="715908"/>
                </a:cubicBezTo>
                <a:lnTo>
                  <a:pt x="529514" y="732596"/>
                </a:lnTo>
                <a:cubicBezTo>
                  <a:pt x="529514" y="732596"/>
                  <a:pt x="660044" y="728024"/>
                  <a:pt x="668808" y="724824"/>
                </a:cubicBezTo>
                <a:cubicBezTo>
                  <a:pt x="677571" y="721623"/>
                  <a:pt x="705384" y="698306"/>
                  <a:pt x="705384" y="698306"/>
                </a:cubicBezTo>
                <a:lnTo>
                  <a:pt x="747598" y="347328"/>
                </a:lnTo>
                <a:lnTo>
                  <a:pt x="742950" y="251393"/>
                </a:ln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7" name="任意多边形: 形状 136"/>
          <p:cNvSpPr/>
          <p:nvPr>
            <p:custDataLst>
              <p:tags r:id="rId14"/>
            </p:custDataLst>
          </p:nvPr>
        </p:nvSpPr>
        <p:spPr>
          <a:xfrm rot="900000">
            <a:off x="9386570" y="4135120"/>
            <a:ext cx="658495" cy="404495"/>
          </a:xfrm>
          <a:custGeom>
            <a:avLst/>
            <a:gdLst>
              <a:gd name="connsiteX0" fmla="*/ 554175 w 554428"/>
              <a:gd name="connsiteY0" fmla="*/ 12649 h 340449"/>
              <a:gd name="connsiteX1" fmla="*/ 373809 w 554428"/>
              <a:gd name="connsiteY1" fmla="*/ 25451 h 340449"/>
              <a:gd name="connsiteX2" fmla="*/ 304847 w 554428"/>
              <a:gd name="connsiteY2" fmla="*/ 17526 h 340449"/>
              <a:gd name="connsiteX3" fmla="*/ 262099 w 554428"/>
              <a:gd name="connsiteY3" fmla="*/ 0 h 340449"/>
              <a:gd name="connsiteX4" fmla="*/ 145285 w 554428"/>
              <a:gd name="connsiteY4" fmla="*/ 13259 h 340449"/>
              <a:gd name="connsiteX5" fmla="*/ 276 w 554428"/>
              <a:gd name="connsiteY5" fmla="*/ 125501 h 340449"/>
              <a:gd name="connsiteX6" fmla="*/ 106118 w 554428"/>
              <a:gd name="connsiteY6" fmla="*/ 334366 h 340449"/>
              <a:gd name="connsiteX7" fmla="*/ 157935 w 554428"/>
              <a:gd name="connsiteY7" fmla="*/ 285750 h 340449"/>
              <a:gd name="connsiteX8" fmla="*/ 162125 w 554428"/>
              <a:gd name="connsiteY8" fmla="*/ 224714 h 340449"/>
              <a:gd name="connsiteX9" fmla="*/ 255013 w 554428"/>
              <a:gd name="connsiteY9" fmla="*/ 243764 h 340449"/>
              <a:gd name="connsiteX10" fmla="*/ 470659 w 554428"/>
              <a:gd name="connsiteY10" fmla="*/ 191719 h 340449"/>
              <a:gd name="connsiteX11" fmla="*/ 377314 w 554428"/>
              <a:gd name="connsiteY11" fmla="*/ 189357 h 340449"/>
              <a:gd name="connsiteX12" fmla="*/ 363751 w 554428"/>
              <a:gd name="connsiteY12" fmla="*/ 88544 h 340449"/>
              <a:gd name="connsiteX13" fmla="*/ 387373 w 554428"/>
              <a:gd name="connsiteY13" fmla="*/ 162535 h 340449"/>
              <a:gd name="connsiteX14" fmla="*/ 505939 w 554428"/>
              <a:gd name="connsiteY14" fmla="*/ 152400 h 340449"/>
              <a:gd name="connsiteX15" fmla="*/ 554175 w 554428"/>
              <a:gd name="connsiteY15" fmla="*/ 12649 h 34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4428" h="340449">
                <a:moveTo>
                  <a:pt x="554175" y="12649"/>
                </a:moveTo>
                <a:cubicBezTo>
                  <a:pt x="554175" y="12649"/>
                  <a:pt x="390497" y="25984"/>
                  <a:pt x="373809" y="25451"/>
                </a:cubicBezTo>
                <a:cubicBezTo>
                  <a:pt x="357122" y="24918"/>
                  <a:pt x="331594" y="27584"/>
                  <a:pt x="304847" y="17526"/>
                </a:cubicBezTo>
                <a:cubicBezTo>
                  <a:pt x="278026" y="7467"/>
                  <a:pt x="262099" y="0"/>
                  <a:pt x="262099" y="0"/>
                </a:cubicBezTo>
                <a:cubicBezTo>
                  <a:pt x="262099" y="0"/>
                  <a:pt x="171574" y="3734"/>
                  <a:pt x="145285" y="13259"/>
                </a:cubicBezTo>
                <a:cubicBezTo>
                  <a:pt x="118997" y="22860"/>
                  <a:pt x="-6658" y="88392"/>
                  <a:pt x="276" y="125501"/>
                </a:cubicBezTo>
                <a:cubicBezTo>
                  <a:pt x="7211" y="162687"/>
                  <a:pt x="92098" y="322936"/>
                  <a:pt x="106118" y="334366"/>
                </a:cubicBezTo>
                <a:cubicBezTo>
                  <a:pt x="120215" y="345796"/>
                  <a:pt x="153743" y="346786"/>
                  <a:pt x="157935" y="285750"/>
                </a:cubicBezTo>
                <a:cubicBezTo>
                  <a:pt x="162125" y="224714"/>
                  <a:pt x="162125" y="224714"/>
                  <a:pt x="162125" y="224714"/>
                </a:cubicBezTo>
                <a:cubicBezTo>
                  <a:pt x="162125" y="224714"/>
                  <a:pt x="188642" y="261366"/>
                  <a:pt x="255013" y="243764"/>
                </a:cubicBezTo>
                <a:cubicBezTo>
                  <a:pt x="321307" y="226238"/>
                  <a:pt x="450542" y="208940"/>
                  <a:pt x="470659" y="191719"/>
                </a:cubicBezTo>
                <a:cubicBezTo>
                  <a:pt x="490852" y="174498"/>
                  <a:pt x="377314" y="189357"/>
                  <a:pt x="377314" y="189357"/>
                </a:cubicBezTo>
                <a:cubicBezTo>
                  <a:pt x="377314" y="189357"/>
                  <a:pt x="355521" y="111328"/>
                  <a:pt x="363751" y="88544"/>
                </a:cubicBezTo>
                <a:cubicBezTo>
                  <a:pt x="371980" y="65761"/>
                  <a:pt x="387373" y="162535"/>
                  <a:pt x="387373" y="162535"/>
                </a:cubicBezTo>
                <a:cubicBezTo>
                  <a:pt x="387373" y="162535"/>
                  <a:pt x="492452" y="160630"/>
                  <a:pt x="505939" y="152400"/>
                </a:cubicBezTo>
                <a:cubicBezTo>
                  <a:pt x="519427" y="144170"/>
                  <a:pt x="557908" y="113690"/>
                  <a:pt x="554175" y="12649"/>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任意多边形: 形状 137"/>
          <p:cNvSpPr/>
          <p:nvPr>
            <p:custDataLst>
              <p:tags r:id="rId15"/>
            </p:custDataLst>
          </p:nvPr>
        </p:nvSpPr>
        <p:spPr>
          <a:xfrm rot="900000">
            <a:off x="9713595" y="4445635"/>
            <a:ext cx="649605" cy="285750"/>
          </a:xfrm>
          <a:custGeom>
            <a:avLst/>
            <a:gdLst>
              <a:gd name="connsiteX0" fmla="*/ 0 w 546674"/>
              <a:gd name="connsiteY0" fmla="*/ 204597 h 240483"/>
              <a:gd name="connsiteX1" fmla="*/ 260527 w 546674"/>
              <a:gd name="connsiteY1" fmla="*/ 212217 h 240483"/>
              <a:gd name="connsiteX2" fmla="*/ 543763 w 546674"/>
              <a:gd name="connsiteY2" fmla="*/ 191719 h 240483"/>
              <a:gd name="connsiteX3" fmla="*/ 377190 w 546674"/>
              <a:gd name="connsiteY3" fmla="*/ 0 h 240483"/>
              <a:gd name="connsiteX4" fmla="*/ 273939 w 546674"/>
              <a:gd name="connsiteY4" fmla="*/ 104470 h 240483"/>
              <a:gd name="connsiteX5" fmla="*/ 0 w 546674"/>
              <a:gd name="connsiteY5" fmla="*/ 204597 h 24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6674" h="240483">
                <a:moveTo>
                  <a:pt x="0" y="204597"/>
                </a:moveTo>
                <a:cubicBezTo>
                  <a:pt x="0" y="204597"/>
                  <a:pt x="145389" y="168173"/>
                  <a:pt x="260527" y="212217"/>
                </a:cubicBezTo>
                <a:cubicBezTo>
                  <a:pt x="375665" y="256184"/>
                  <a:pt x="514807" y="248488"/>
                  <a:pt x="543763" y="191719"/>
                </a:cubicBezTo>
                <a:cubicBezTo>
                  <a:pt x="572642" y="134950"/>
                  <a:pt x="377190" y="0"/>
                  <a:pt x="377190" y="0"/>
                </a:cubicBezTo>
                <a:cubicBezTo>
                  <a:pt x="377190" y="0"/>
                  <a:pt x="372770" y="63779"/>
                  <a:pt x="273939" y="104470"/>
                </a:cubicBezTo>
                <a:cubicBezTo>
                  <a:pt x="118796" y="168478"/>
                  <a:pt x="0" y="204597"/>
                  <a:pt x="0" y="204597"/>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9" name="任意多边形: 形状 138"/>
          <p:cNvSpPr/>
          <p:nvPr>
            <p:custDataLst>
              <p:tags r:id="rId16"/>
            </p:custDataLst>
          </p:nvPr>
        </p:nvSpPr>
        <p:spPr>
          <a:xfrm rot="900000">
            <a:off x="10686415" y="3872865"/>
            <a:ext cx="401955" cy="935990"/>
          </a:xfrm>
          <a:custGeom>
            <a:avLst/>
            <a:gdLst>
              <a:gd name="connsiteX0" fmla="*/ 280768 w 338095"/>
              <a:gd name="connsiteY0" fmla="*/ 3736 h 787588"/>
              <a:gd name="connsiteX1" fmla="*/ 254859 w 338095"/>
              <a:gd name="connsiteY1" fmla="*/ 168480 h 787588"/>
              <a:gd name="connsiteX2" fmla="*/ 338070 w 338095"/>
              <a:gd name="connsiteY2" fmla="*/ 587580 h 787588"/>
              <a:gd name="connsiteX3" fmla="*/ 203882 w 338095"/>
              <a:gd name="connsiteY3" fmla="*/ 781815 h 787588"/>
              <a:gd name="connsiteX4" fmla="*/ 35404 w 338095"/>
              <a:gd name="connsiteY4" fmla="*/ 763831 h 787588"/>
              <a:gd name="connsiteX5" fmla="*/ 47 w 338095"/>
              <a:gd name="connsiteY5" fmla="*/ 585066 h 787588"/>
              <a:gd name="connsiteX6" fmla="*/ 138502 w 338095"/>
              <a:gd name="connsiteY6" fmla="*/ 475185 h 787588"/>
              <a:gd name="connsiteX7" fmla="*/ 207692 w 338095"/>
              <a:gd name="connsiteY7" fmla="*/ 347550 h 787588"/>
              <a:gd name="connsiteX8" fmla="*/ 237867 w 338095"/>
              <a:gd name="connsiteY8" fmla="*/ 267160 h 787588"/>
              <a:gd name="connsiteX9" fmla="*/ 185061 w 338095"/>
              <a:gd name="connsiteY9" fmla="*/ 240109 h 787588"/>
              <a:gd name="connsiteX10" fmla="*/ 175536 w 338095"/>
              <a:gd name="connsiteY10" fmla="*/ 177472 h 787588"/>
              <a:gd name="connsiteX11" fmla="*/ 70456 w 338095"/>
              <a:gd name="connsiteY11" fmla="*/ 179377 h 787588"/>
              <a:gd name="connsiteX12" fmla="*/ 182927 w 338095"/>
              <a:gd name="connsiteY12" fmla="*/ 88852 h 787588"/>
              <a:gd name="connsiteX13" fmla="*/ 112823 w 338095"/>
              <a:gd name="connsiteY13" fmla="*/ 78031 h 787588"/>
              <a:gd name="connsiteX14" fmla="*/ 280768 w 338095"/>
              <a:gd name="connsiteY14" fmla="*/ 3736 h 78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8095" h="787588">
                <a:moveTo>
                  <a:pt x="280768" y="3736"/>
                </a:moveTo>
                <a:cubicBezTo>
                  <a:pt x="280768" y="3736"/>
                  <a:pt x="246325" y="108816"/>
                  <a:pt x="254859" y="168480"/>
                </a:cubicBezTo>
                <a:cubicBezTo>
                  <a:pt x="263394" y="228145"/>
                  <a:pt x="339670" y="573788"/>
                  <a:pt x="338070" y="587580"/>
                </a:cubicBezTo>
                <a:cubicBezTo>
                  <a:pt x="336470" y="601373"/>
                  <a:pt x="213178" y="761926"/>
                  <a:pt x="203882" y="781815"/>
                </a:cubicBezTo>
                <a:cubicBezTo>
                  <a:pt x="194586" y="801703"/>
                  <a:pt x="35404" y="763831"/>
                  <a:pt x="35404" y="763831"/>
                </a:cubicBezTo>
                <a:cubicBezTo>
                  <a:pt x="35404" y="763831"/>
                  <a:pt x="2409" y="600687"/>
                  <a:pt x="47" y="585066"/>
                </a:cubicBezTo>
                <a:cubicBezTo>
                  <a:pt x="-2316" y="569445"/>
                  <a:pt x="84705" y="554281"/>
                  <a:pt x="138502" y="475185"/>
                </a:cubicBezTo>
                <a:cubicBezTo>
                  <a:pt x="192300" y="396090"/>
                  <a:pt x="190776" y="373535"/>
                  <a:pt x="207692" y="347550"/>
                </a:cubicBezTo>
                <a:cubicBezTo>
                  <a:pt x="224685" y="321566"/>
                  <a:pt x="237867" y="267160"/>
                  <a:pt x="237867" y="267160"/>
                </a:cubicBezTo>
                <a:lnTo>
                  <a:pt x="185061" y="240109"/>
                </a:lnTo>
                <a:cubicBezTo>
                  <a:pt x="185061" y="240109"/>
                  <a:pt x="196186" y="179910"/>
                  <a:pt x="175536" y="177472"/>
                </a:cubicBezTo>
                <a:cubicBezTo>
                  <a:pt x="154809" y="175110"/>
                  <a:pt x="70456" y="179377"/>
                  <a:pt x="70456" y="179377"/>
                </a:cubicBezTo>
                <a:cubicBezTo>
                  <a:pt x="70456" y="179377"/>
                  <a:pt x="156105" y="115140"/>
                  <a:pt x="182927" y="88852"/>
                </a:cubicBezTo>
                <a:cubicBezTo>
                  <a:pt x="209673" y="62563"/>
                  <a:pt x="112823" y="78031"/>
                  <a:pt x="112823" y="78031"/>
                </a:cubicBezTo>
                <a:cubicBezTo>
                  <a:pt x="112823" y="78031"/>
                  <a:pt x="182851" y="-20115"/>
                  <a:pt x="280768" y="3736"/>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 name="边界"/>
          <p:cNvSpPr/>
          <p:nvPr>
            <p:custDataLst>
              <p:tags r:id="rId17"/>
            </p:custDataLst>
          </p:nvPr>
        </p:nvSpPr>
        <p:spPr>
          <a:xfrm>
            <a:off x="3270737" y="2410506"/>
            <a:ext cx="7011686" cy="4570639"/>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 name="矩形 8"/>
          <p:cNvSpPr/>
          <p:nvPr>
            <p:custDataLst>
              <p:tags r:id="rId18"/>
            </p:custDataLst>
          </p:nvPr>
        </p:nvSpPr>
        <p:spPr>
          <a:xfrm>
            <a:off x="5047615" y="1301750"/>
            <a:ext cx="2668270" cy="1703070"/>
          </a:xfrm>
          <a:prstGeom prst="rect">
            <a:avLst/>
          </a:prstGeom>
          <a:noFill/>
        </p:spPr>
        <p:txBody>
          <a:bodyPr wrap="square" lIns="0" tIns="0" rIns="0" bIns="0" rtlCol="0" anchor="ctr" anchorCtr="0">
            <a:noAutofit/>
          </a:bodyPr>
          <a:p>
            <a:pPr>
              <a:lnSpc>
                <a:spcPct val="150000"/>
              </a:lnSpc>
              <a:spcBef>
                <a:spcPct val="0"/>
              </a:spcBef>
              <a:spcAft>
                <a:spcPct val="0"/>
              </a:spcAft>
            </a:pPr>
            <a:r>
              <a:rPr lang="en-US" altLang="zh-CN" sz="2000" dirty="0">
                <a:ln>
                  <a:noFill/>
                  <a:prstDash val="sysDot"/>
                </a:ln>
                <a:solidFill>
                  <a:schemeClr val="tx1">
                    <a:lumMod val="85000"/>
                    <a:lumOff val="15000"/>
                  </a:schemeClr>
                </a:solidFill>
                <a:latin typeface="+mn-ea"/>
                <a:cs typeface="+mn-ea"/>
              </a:rPr>
              <a:t>                                               </a:t>
            </a:r>
            <a:r>
              <a:rPr lang="zh-CN" altLang="en-US" sz="2000" dirty="0">
                <a:ln>
                  <a:noFill/>
                  <a:prstDash val="sysDot"/>
                </a:ln>
                <a:solidFill>
                  <a:schemeClr val="tx1">
                    <a:lumMod val="85000"/>
                    <a:lumOff val="15000"/>
                  </a:schemeClr>
                </a:solidFill>
                <a:latin typeface="+mn-ea"/>
                <a:cs typeface="+mn-ea"/>
              </a:rPr>
              <a:t>搭建</a:t>
            </a:r>
            <a:r>
              <a:rPr lang="en-US" altLang="zh-CN" sz="2000" dirty="0">
                <a:ln>
                  <a:noFill/>
                  <a:prstDash val="sysDot"/>
                </a:ln>
                <a:solidFill>
                  <a:schemeClr val="tx1">
                    <a:lumMod val="85000"/>
                    <a:lumOff val="15000"/>
                  </a:schemeClr>
                </a:solidFill>
                <a:latin typeface="+mn-ea"/>
                <a:cs typeface="+mn-ea"/>
              </a:rPr>
              <a:t> Web pc</a:t>
            </a:r>
            <a:r>
              <a:rPr lang="zh-CN" altLang="en-US" sz="2000" dirty="0">
                <a:ln>
                  <a:noFill/>
                  <a:prstDash val="sysDot"/>
                </a:ln>
                <a:solidFill>
                  <a:schemeClr val="tx1">
                    <a:lumMod val="85000"/>
                    <a:lumOff val="15000"/>
                  </a:schemeClr>
                </a:solidFill>
                <a:latin typeface="+mn-ea"/>
                <a:cs typeface="+mn-ea"/>
              </a:rPr>
              <a:t>端</a:t>
            </a:r>
            <a:r>
              <a:rPr lang="en-US" altLang="zh-CN" sz="2000" dirty="0">
                <a:ln>
                  <a:noFill/>
                  <a:prstDash val="sysDot"/>
                </a:ln>
                <a:solidFill>
                  <a:schemeClr val="tx1">
                    <a:lumMod val="85000"/>
                    <a:lumOff val="15000"/>
                  </a:schemeClr>
                </a:solidFill>
                <a:latin typeface="+mn-ea"/>
                <a:cs typeface="+mn-ea"/>
              </a:rPr>
              <a:t> </a:t>
            </a:r>
            <a:r>
              <a:rPr lang="zh-CN" altLang="en-US" sz="2000" dirty="0">
                <a:ln>
                  <a:noFill/>
                  <a:prstDash val="sysDot"/>
                </a:ln>
                <a:solidFill>
                  <a:schemeClr val="tx1">
                    <a:lumMod val="85000"/>
                    <a:lumOff val="15000"/>
                  </a:schemeClr>
                </a:solidFill>
                <a:latin typeface="+mn-ea"/>
                <a:cs typeface="+mn-ea"/>
              </a:rPr>
              <a:t>平台，提高西夏文化的曝光度。</a:t>
            </a:r>
            <a:endParaRPr lang="en-US" altLang="zh-CN" sz="2000" dirty="0">
              <a:ln>
                <a:noFill/>
                <a:prstDash val="sysDot"/>
              </a:ln>
              <a:solidFill>
                <a:schemeClr val="tx1">
                  <a:lumMod val="85000"/>
                  <a:lumOff val="15000"/>
                </a:schemeClr>
              </a:solidFill>
              <a:latin typeface="+mn-ea"/>
              <a:cs typeface="+mn-ea"/>
            </a:endParaRPr>
          </a:p>
        </p:txBody>
      </p:sp>
      <p:sp>
        <p:nvSpPr>
          <p:cNvPr id="5" name="矩形 9"/>
          <p:cNvSpPr/>
          <p:nvPr>
            <p:custDataLst>
              <p:tags r:id="rId19"/>
            </p:custDataLst>
          </p:nvPr>
        </p:nvSpPr>
        <p:spPr>
          <a:xfrm>
            <a:off x="1122680" y="3693160"/>
            <a:ext cx="2331720" cy="1790700"/>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000" dirty="0">
                <a:ln>
                  <a:noFill/>
                  <a:prstDash val="sysDot"/>
                </a:ln>
                <a:solidFill>
                  <a:schemeClr val="tx1">
                    <a:lumMod val="85000"/>
                    <a:lumOff val="15000"/>
                  </a:schemeClr>
                </a:solidFill>
                <a:latin typeface="+mn-ea"/>
                <a:cs typeface="+mn-ea"/>
                <a:sym typeface="+mn-ea"/>
              </a:rPr>
              <a:t>构建完善生态矩阵，完善用户的</a:t>
            </a:r>
            <a:r>
              <a:rPr lang="zh-CN" altLang="en-US" sz="2000" dirty="0">
                <a:ln>
                  <a:noFill/>
                  <a:prstDash val="sysDot"/>
                </a:ln>
                <a:solidFill>
                  <a:schemeClr val="tx1">
                    <a:lumMod val="85000"/>
                    <a:lumOff val="15000"/>
                  </a:schemeClr>
                </a:solidFill>
                <a:latin typeface="+mn-ea"/>
                <a:cs typeface="+mn-ea"/>
                <a:sym typeface="+mn-ea"/>
              </a:rPr>
              <a:t>旅游体验。</a:t>
            </a:r>
            <a:endParaRPr lang="zh-CN" altLang="en-US" sz="2000" dirty="0">
              <a:ln>
                <a:noFill/>
                <a:prstDash val="sysDot"/>
              </a:ln>
              <a:solidFill>
                <a:schemeClr val="tx1">
                  <a:lumMod val="85000"/>
                  <a:lumOff val="15000"/>
                </a:schemeClr>
              </a:solidFill>
              <a:latin typeface="+mn-ea"/>
              <a:cs typeface="+mn-ea"/>
              <a:sym typeface="+mn-ea"/>
            </a:endParaRPr>
          </a:p>
        </p:txBody>
      </p:sp>
      <p:cxnSp>
        <p:nvCxnSpPr>
          <p:cNvPr id="6" name="直接连接符 11"/>
          <p:cNvCxnSpPr/>
          <p:nvPr>
            <p:custDataLst>
              <p:tags r:id="rId20"/>
            </p:custDataLst>
          </p:nvPr>
        </p:nvCxnSpPr>
        <p:spPr>
          <a:xfrm flipV="1">
            <a:off x="4389607" y="1158590"/>
            <a:ext cx="0" cy="5034915"/>
          </a:xfrm>
          <a:prstGeom prst="line">
            <a:avLst/>
          </a:prstGeom>
          <a:ln w="9525">
            <a:solidFill>
              <a:schemeClr val="tx1">
                <a:alpha val="30000"/>
              </a:schemeClr>
            </a:solidFill>
          </a:ln>
        </p:spPr>
        <p:style>
          <a:lnRef idx="1">
            <a:srgbClr val="376FFF"/>
          </a:lnRef>
          <a:fillRef idx="0">
            <a:srgbClr val="376FFF"/>
          </a:fillRef>
          <a:effectRef idx="0">
            <a:srgbClr val="376FFF"/>
          </a:effectRef>
          <a:fontRef idx="minor">
            <a:srgbClr val="000000"/>
          </a:fontRef>
        </p:style>
      </p:cxnSp>
      <p:pic>
        <p:nvPicPr>
          <p:cNvPr id="83" name="图片 82"/>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2359"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22"/>
              </p:custDataLst>
            </p:nvPr>
          </p:nvSpPr>
          <p:spPr>
            <a:xfrm>
              <a:off x="3424418" y="352356"/>
              <a:ext cx="1009336" cy="276860"/>
            </a:xfrm>
            <a:prstGeom prst="rect">
              <a:avLst/>
            </a:prstGeom>
            <a:noFill/>
          </p:spPr>
          <p:txBody>
            <a:bodyPr wrap="none" lIns="0" tIns="0" rIns="0" bIns="0" rtlCol="0">
              <a:spAutoFit/>
            </a:bodyPr>
            <a:lstStyle/>
            <a:p>
              <a:pPr lvl="0" algn="ctr">
                <a:defRPr/>
              </a:pP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概述</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2362" name="TextBox 12"/>
            <p:cNvSpPr txBox="1"/>
            <p:nvPr>
              <p:custDataLst>
                <p:tags r:id="rId23"/>
              </p:custDataLst>
            </p:nvPr>
          </p:nvSpPr>
          <p:spPr>
            <a:xfrm>
              <a:off x="6489095" y="352356"/>
              <a:ext cx="1014944"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24"/>
              </p:custDataLst>
            </p:nvPr>
          </p:nvSpPr>
          <p:spPr>
            <a:xfrm>
              <a:off x="4955359" y="352356"/>
              <a:ext cx="1014944"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a:t>
              </a: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25"/>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26"/>
            <a:stretch>
              <a:fillRect/>
            </a:stretch>
          </p:blipFill>
          <p:spPr>
            <a:xfrm>
              <a:off x="9945308" y="382735"/>
              <a:ext cx="216240" cy="216240"/>
            </a:xfrm>
            <a:prstGeom prst="rect">
              <a:avLst/>
            </a:prstGeom>
          </p:spPr>
        </p:pic>
        <p:sp>
          <p:nvSpPr>
            <p:cNvPr id="3" name="文本框 2"/>
            <p:cNvSpPr txBox="1"/>
            <p:nvPr/>
          </p:nvSpPr>
          <p:spPr>
            <a:xfrm>
              <a:off x="8144073" y="224155"/>
              <a:ext cx="1547649"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项目</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目标</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7" name="TextBox 12"/>
            <p:cNvSpPr txBox="1"/>
            <p:nvPr>
              <p:custDataLst>
                <p:tags r:id="rId27"/>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0" name="直接连接符 9"/>
            <p:cNvCxnSpPr/>
            <p:nvPr>
              <p:custDataLst>
                <p:tags r:id="rId28"/>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29"/>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0"/>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31"/>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3" name="1"/>
          <p:cNvSpPr/>
          <p:nvPr>
            <p:custDataLst>
              <p:tags r:id="rId32"/>
            </p:custDataLst>
          </p:nvPr>
        </p:nvSpPr>
        <p:spPr>
          <a:xfrm>
            <a:off x="1924050" y="1756093"/>
            <a:ext cx="956945" cy="1442085"/>
          </a:xfrm>
          <a:custGeom>
            <a:avLst/>
            <a:gdLst/>
            <a:ahLst/>
            <a:cxnLst>
              <a:cxn ang="3">
                <a:pos x="hc" y="t"/>
              </a:cxn>
              <a:cxn ang="cd2">
                <a:pos x="l" y="vc"/>
              </a:cxn>
              <a:cxn ang="cd4">
                <a:pos x="hc" y="b"/>
              </a:cxn>
              <a:cxn ang="0">
                <a:pos x="r" y="vc"/>
              </a:cxn>
            </a:cxnLst>
            <a:rect l="l" t="t" r="r" b="b"/>
            <a:pathLst>
              <a:path w="1264" h="1905">
                <a:moveTo>
                  <a:pt x="97" y="0"/>
                </a:moveTo>
                <a:cubicBezTo>
                  <a:pt x="741" y="0"/>
                  <a:pt x="1264" y="523"/>
                  <a:pt x="1264" y="1173"/>
                </a:cubicBezTo>
                <a:cubicBezTo>
                  <a:pt x="1264" y="1442"/>
                  <a:pt x="1176" y="1695"/>
                  <a:pt x="1012" y="1905"/>
                </a:cubicBezTo>
                <a:cubicBezTo>
                  <a:pt x="1012" y="1905"/>
                  <a:pt x="1012" y="1905"/>
                  <a:pt x="460" y="1905"/>
                </a:cubicBezTo>
                <a:cubicBezTo>
                  <a:pt x="731" y="1773"/>
                  <a:pt x="917" y="1492"/>
                  <a:pt x="917" y="1173"/>
                </a:cubicBezTo>
                <a:cubicBezTo>
                  <a:pt x="917" y="721"/>
                  <a:pt x="548" y="352"/>
                  <a:pt x="97" y="352"/>
                </a:cubicBezTo>
                <a:cubicBezTo>
                  <a:pt x="69" y="352"/>
                  <a:pt x="41" y="354"/>
                  <a:pt x="13" y="357"/>
                </a:cubicBezTo>
                <a:lnTo>
                  <a:pt x="0" y="358"/>
                </a:lnTo>
                <a:lnTo>
                  <a:pt x="0" y="4"/>
                </a:lnTo>
                <a:lnTo>
                  <a:pt x="14" y="3"/>
                </a:lnTo>
                <a:cubicBezTo>
                  <a:pt x="42" y="1"/>
                  <a:pt x="69" y="0"/>
                  <a:pt x="97" y="0"/>
                </a:cubicBezTo>
                <a:close/>
              </a:path>
            </a:pathLst>
          </a:custGeom>
          <a:gradFill>
            <a:gsLst>
              <a:gs pos="100000">
                <a:schemeClr val="accent1">
                  <a:lumMod val="50000"/>
                  <a:lumOff val="50000"/>
                  <a:alpha val="100000"/>
                </a:schemeClr>
              </a:gs>
              <a:gs pos="23000">
                <a:schemeClr val="accent1">
                  <a:lumMod val="80000"/>
                  <a:lumOff val="2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4" name="2"/>
          <p:cNvSpPr/>
          <p:nvPr>
            <p:custDataLst>
              <p:tags r:id="rId33"/>
            </p:custDataLst>
          </p:nvPr>
        </p:nvSpPr>
        <p:spPr>
          <a:xfrm>
            <a:off x="1122680" y="1757998"/>
            <a:ext cx="2193925" cy="1766570"/>
          </a:xfrm>
          <a:custGeom>
            <a:avLst/>
            <a:gdLst/>
            <a:ahLst/>
            <a:cxnLst>
              <a:cxn ang="3">
                <a:pos x="hc" y="t"/>
              </a:cxn>
              <a:cxn ang="cd2">
                <a:pos x="l" y="vc"/>
              </a:cxn>
              <a:cxn ang="cd4">
                <a:pos x="hc" y="b"/>
              </a:cxn>
              <a:cxn ang="0">
                <a:pos x="r" y="vc"/>
              </a:cxn>
            </a:cxnLst>
            <a:rect l="l" t="t" r="r" b="b"/>
            <a:pathLst>
              <a:path w="3410" h="2745">
                <a:moveTo>
                  <a:pt x="1259" y="0"/>
                </a:moveTo>
                <a:lnTo>
                  <a:pt x="1259" y="417"/>
                </a:lnTo>
                <a:lnTo>
                  <a:pt x="1251" y="418"/>
                </a:lnTo>
                <a:cubicBezTo>
                  <a:pt x="777" y="478"/>
                  <a:pt x="407" y="885"/>
                  <a:pt x="407" y="1375"/>
                </a:cubicBezTo>
                <a:cubicBezTo>
                  <a:pt x="407" y="1906"/>
                  <a:pt x="841" y="2333"/>
                  <a:pt x="1373" y="2333"/>
                </a:cubicBezTo>
                <a:cubicBezTo>
                  <a:pt x="1373" y="2333"/>
                  <a:pt x="1373" y="2333"/>
                  <a:pt x="1693" y="2334"/>
                </a:cubicBezTo>
                <a:lnTo>
                  <a:pt x="1698" y="2334"/>
                </a:lnTo>
                <a:lnTo>
                  <a:pt x="2078" y="2334"/>
                </a:lnTo>
                <a:lnTo>
                  <a:pt x="2504" y="2334"/>
                </a:lnTo>
                <a:lnTo>
                  <a:pt x="2525" y="2334"/>
                </a:lnTo>
                <a:lnTo>
                  <a:pt x="2535" y="2334"/>
                </a:lnTo>
                <a:lnTo>
                  <a:pt x="2650" y="2334"/>
                </a:lnTo>
                <a:lnTo>
                  <a:pt x="2760" y="2334"/>
                </a:lnTo>
                <a:lnTo>
                  <a:pt x="2893" y="2334"/>
                </a:lnTo>
                <a:lnTo>
                  <a:pt x="2902" y="2345"/>
                </a:lnTo>
                <a:cubicBezTo>
                  <a:pt x="3033" y="2505"/>
                  <a:pt x="3199" y="2638"/>
                  <a:pt x="3386" y="2733"/>
                </a:cubicBezTo>
                <a:lnTo>
                  <a:pt x="3410" y="2745"/>
                </a:lnTo>
                <a:lnTo>
                  <a:pt x="2760" y="2745"/>
                </a:lnTo>
                <a:lnTo>
                  <a:pt x="2650" y="2745"/>
                </a:lnTo>
                <a:lnTo>
                  <a:pt x="2535" y="2745"/>
                </a:lnTo>
                <a:lnTo>
                  <a:pt x="2525" y="2745"/>
                </a:lnTo>
                <a:lnTo>
                  <a:pt x="2504" y="2745"/>
                </a:lnTo>
                <a:lnTo>
                  <a:pt x="2078" y="2745"/>
                </a:lnTo>
                <a:lnTo>
                  <a:pt x="1439" y="2745"/>
                </a:lnTo>
                <a:lnTo>
                  <a:pt x="1435" y="2745"/>
                </a:lnTo>
                <a:lnTo>
                  <a:pt x="1325" y="2745"/>
                </a:lnTo>
                <a:lnTo>
                  <a:pt x="1288" y="2745"/>
                </a:lnTo>
                <a:lnTo>
                  <a:pt x="1288" y="2743"/>
                </a:lnTo>
                <a:lnTo>
                  <a:pt x="1277" y="2743"/>
                </a:lnTo>
                <a:cubicBezTo>
                  <a:pt x="562" y="2689"/>
                  <a:pt x="0" y="2092"/>
                  <a:pt x="0" y="1364"/>
                </a:cubicBezTo>
                <a:cubicBezTo>
                  <a:pt x="0" y="1328"/>
                  <a:pt x="1" y="1292"/>
                  <a:pt x="4" y="1258"/>
                </a:cubicBezTo>
                <a:lnTo>
                  <a:pt x="7" y="1224"/>
                </a:lnTo>
                <a:lnTo>
                  <a:pt x="9" y="1199"/>
                </a:lnTo>
                <a:cubicBezTo>
                  <a:pt x="91" y="561"/>
                  <a:pt x="604" y="61"/>
                  <a:pt x="1244" y="1"/>
                </a:cubicBezTo>
                <a:lnTo>
                  <a:pt x="1259" y="0"/>
                </a:lnTo>
                <a:close/>
              </a:path>
            </a:pathLst>
          </a:custGeom>
          <a:gradFill>
            <a:gsLst>
              <a:gs pos="70000">
                <a:schemeClr val="accent1">
                  <a:lumMod val="80000"/>
                  <a:lumOff val="20000"/>
                  <a:alpha val="100000"/>
                </a:schemeClr>
              </a:gs>
              <a:gs pos="0">
                <a:schemeClr val="accent1">
                  <a:lumMod val="20000"/>
                  <a:lumOff val="80000"/>
                  <a:alpha val="100000"/>
                </a:schemeClr>
              </a:gs>
              <a:gs pos="0">
                <a:schemeClr val="accent1">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9" name="2"/>
          <p:cNvSpPr/>
          <p:nvPr>
            <p:custDataLst>
              <p:tags r:id="rId34"/>
            </p:custDataLst>
          </p:nvPr>
        </p:nvSpPr>
        <p:spPr>
          <a:xfrm rot="10800000">
            <a:off x="5061585" y="3524568"/>
            <a:ext cx="2193925" cy="1766570"/>
          </a:xfrm>
          <a:custGeom>
            <a:avLst/>
            <a:gdLst/>
            <a:ahLst/>
            <a:cxnLst>
              <a:cxn ang="3">
                <a:pos x="hc" y="t"/>
              </a:cxn>
              <a:cxn ang="cd2">
                <a:pos x="l" y="vc"/>
              </a:cxn>
              <a:cxn ang="cd4">
                <a:pos x="hc" y="b"/>
              </a:cxn>
              <a:cxn ang="0">
                <a:pos x="r" y="vc"/>
              </a:cxn>
            </a:cxnLst>
            <a:rect l="l" t="t" r="r" b="b"/>
            <a:pathLst>
              <a:path w="3410" h="2745">
                <a:moveTo>
                  <a:pt x="1259" y="0"/>
                </a:moveTo>
                <a:lnTo>
                  <a:pt x="1259" y="417"/>
                </a:lnTo>
                <a:lnTo>
                  <a:pt x="1251" y="418"/>
                </a:lnTo>
                <a:cubicBezTo>
                  <a:pt x="777" y="478"/>
                  <a:pt x="407" y="885"/>
                  <a:pt x="407" y="1375"/>
                </a:cubicBezTo>
                <a:cubicBezTo>
                  <a:pt x="407" y="1906"/>
                  <a:pt x="841" y="2333"/>
                  <a:pt x="1373" y="2333"/>
                </a:cubicBezTo>
                <a:cubicBezTo>
                  <a:pt x="1373" y="2333"/>
                  <a:pt x="1373" y="2333"/>
                  <a:pt x="1693" y="2334"/>
                </a:cubicBezTo>
                <a:lnTo>
                  <a:pt x="1698" y="2334"/>
                </a:lnTo>
                <a:lnTo>
                  <a:pt x="2078" y="2334"/>
                </a:lnTo>
                <a:lnTo>
                  <a:pt x="2504" y="2334"/>
                </a:lnTo>
                <a:lnTo>
                  <a:pt x="2525" y="2334"/>
                </a:lnTo>
                <a:lnTo>
                  <a:pt x="2535" y="2334"/>
                </a:lnTo>
                <a:lnTo>
                  <a:pt x="2650" y="2334"/>
                </a:lnTo>
                <a:lnTo>
                  <a:pt x="2760" y="2334"/>
                </a:lnTo>
                <a:lnTo>
                  <a:pt x="2893" y="2334"/>
                </a:lnTo>
                <a:lnTo>
                  <a:pt x="2902" y="2345"/>
                </a:lnTo>
                <a:cubicBezTo>
                  <a:pt x="3033" y="2505"/>
                  <a:pt x="3199" y="2638"/>
                  <a:pt x="3386" y="2733"/>
                </a:cubicBezTo>
                <a:lnTo>
                  <a:pt x="3410" y="2745"/>
                </a:lnTo>
                <a:lnTo>
                  <a:pt x="2760" y="2745"/>
                </a:lnTo>
                <a:lnTo>
                  <a:pt x="2650" y="2745"/>
                </a:lnTo>
                <a:lnTo>
                  <a:pt x="2535" y="2745"/>
                </a:lnTo>
                <a:lnTo>
                  <a:pt x="2525" y="2745"/>
                </a:lnTo>
                <a:lnTo>
                  <a:pt x="2504" y="2745"/>
                </a:lnTo>
                <a:lnTo>
                  <a:pt x="2078" y="2745"/>
                </a:lnTo>
                <a:lnTo>
                  <a:pt x="1439" y="2745"/>
                </a:lnTo>
                <a:lnTo>
                  <a:pt x="1435" y="2745"/>
                </a:lnTo>
                <a:lnTo>
                  <a:pt x="1325" y="2745"/>
                </a:lnTo>
                <a:lnTo>
                  <a:pt x="1288" y="2745"/>
                </a:lnTo>
                <a:lnTo>
                  <a:pt x="1288" y="2743"/>
                </a:lnTo>
                <a:lnTo>
                  <a:pt x="1277" y="2743"/>
                </a:lnTo>
                <a:cubicBezTo>
                  <a:pt x="562" y="2689"/>
                  <a:pt x="0" y="2092"/>
                  <a:pt x="0" y="1364"/>
                </a:cubicBezTo>
                <a:cubicBezTo>
                  <a:pt x="0" y="1328"/>
                  <a:pt x="1" y="1292"/>
                  <a:pt x="4" y="1258"/>
                </a:cubicBezTo>
                <a:lnTo>
                  <a:pt x="7" y="1224"/>
                </a:lnTo>
                <a:lnTo>
                  <a:pt x="9" y="1199"/>
                </a:lnTo>
                <a:cubicBezTo>
                  <a:pt x="91" y="561"/>
                  <a:pt x="604" y="61"/>
                  <a:pt x="1244" y="1"/>
                </a:cubicBezTo>
                <a:lnTo>
                  <a:pt x="1259" y="0"/>
                </a:lnTo>
                <a:close/>
              </a:path>
            </a:pathLst>
          </a:custGeom>
          <a:gradFill>
            <a:gsLst>
              <a:gs pos="70000">
                <a:schemeClr val="accent2">
                  <a:lumMod val="80000"/>
                  <a:lumOff val="20000"/>
                  <a:alpha val="100000"/>
                </a:schemeClr>
              </a:gs>
              <a:gs pos="0">
                <a:schemeClr val="accent2">
                  <a:lumMod val="20000"/>
                  <a:lumOff val="80000"/>
                  <a:alpha val="100000"/>
                </a:schemeClr>
              </a:gs>
              <a:gs pos="0">
                <a:schemeClr val="accent2">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88" name="1"/>
          <p:cNvSpPr/>
          <p:nvPr>
            <p:custDataLst>
              <p:tags r:id="rId35"/>
            </p:custDataLst>
          </p:nvPr>
        </p:nvSpPr>
        <p:spPr>
          <a:xfrm rot="10800000">
            <a:off x="5492750" y="3849053"/>
            <a:ext cx="956945" cy="1442085"/>
          </a:xfrm>
          <a:custGeom>
            <a:avLst/>
            <a:gdLst/>
            <a:ahLst/>
            <a:cxnLst>
              <a:cxn ang="3">
                <a:pos x="hc" y="t"/>
              </a:cxn>
              <a:cxn ang="cd2">
                <a:pos x="l" y="vc"/>
              </a:cxn>
              <a:cxn ang="cd4">
                <a:pos x="hc" y="b"/>
              </a:cxn>
              <a:cxn ang="0">
                <a:pos x="r" y="vc"/>
              </a:cxn>
            </a:cxnLst>
            <a:rect l="l" t="t" r="r" b="b"/>
            <a:pathLst>
              <a:path w="1264" h="1905">
                <a:moveTo>
                  <a:pt x="97" y="0"/>
                </a:moveTo>
                <a:cubicBezTo>
                  <a:pt x="741" y="0"/>
                  <a:pt x="1264" y="523"/>
                  <a:pt x="1264" y="1173"/>
                </a:cubicBezTo>
                <a:cubicBezTo>
                  <a:pt x="1264" y="1442"/>
                  <a:pt x="1176" y="1695"/>
                  <a:pt x="1012" y="1905"/>
                </a:cubicBezTo>
                <a:cubicBezTo>
                  <a:pt x="1012" y="1905"/>
                  <a:pt x="1012" y="1905"/>
                  <a:pt x="460" y="1905"/>
                </a:cubicBezTo>
                <a:cubicBezTo>
                  <a:pt x="731" y="1773"/>
                  <a:pt x="917" y="1492"/>
                  <a:pt x="917" y="1173"/>
                </a:cubicBezTo>
                <a:cubicBezTo>
                  <a:pt x="917" y="721"/>
                  <a:pt x="548" y="352"/>
                  <a:pt x="97" y="352"/>
                </a:cubicBezTo>
                <a:cubicBezTo>
                  <a:pt x="69" y="352"/>
                  <a:pt x="41" y="354"/>
                  <a:pt x="13" y="357"/>
                </a:cubicBezTo>
                <a:lnTo>
                  <a:pt x="0" y="358"/>
                </a:lnTo>
                <a:lnTo>
                  <a:pt x="0" y="4"/>
                </a:lnTo>
                <a:lnTo>
                  <a:pt x="14" y="3"/>
                </a:lnTo>
                <a:cubicBezTo>
                  <a:pt x="42" y="1"/>
                  <a:pt x="69" y="0"/>
                  <a:pt x="97" y="0"/>
                </a:cubicBezTo>
                <a:close/>
              </a:path>
            </a:pathLst>
          </a:custGeom>
          <a:gradFill>
            <a:gsLst>
              <a:gs pos="100000">
                <a:schemeClr val="accent2">
                  <a:lumMod val="50000"/>
                  <a:lumOff val="50000"/>
                  <a:alpha val="100000"/>
                </a:schemeClr>
              </a:gs>
              <a:gs pos="25000">
                <a:schemeClr val="accent2">
                  <a:lumMod val="80000"/>
                  <a:lumOff val="2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17" name="图片 8" descr="343435383038363b343532323339303bbacfcdacc7a9caf0"/>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1869440" y="2445068"/>
            <a:ext cx="468000" cy="468000"/>
          </a:xfrm>
          <a:prstGeom prst="rect">
            <a:avLst/>
          </a:prstGeom>
        </p:spPr>
      </p:pic>
      <p:pic>
        <p:nvPicPr>
          <p:cNvPr id="18" name="图形 17"/>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6206185" y="4145424"/>
            <a:ext cx="472646" cy="472646"/>
          </a:xfrm>
          <a:prstGeom prst="rect">
            <a:avLst/>
          </a:prstGeom>
        </p:spPr>
      </p:pic>
    </p:spTree>
    <p:custDataLst>
      <p:tags r:id="rId4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alphaModFix amt="74000"/>
          </a:blip>
          <a:srcRect t="7700" b="7565"/>
          <a:stretch>
            <a:fillRect/>
          </a:stretch>
        </p:blipFill>
        <p:spPr>
          <a:xfrm>
            <a:off x="0" y="0"/>
            <a:ext cx="12186920" cy="6858000"/>
          </a:xfrm>
          <a:prstGeom prst="rect">
            <a:avLst/>
          </a:prstGeom>
        </p:spPr>
      </p:pic>
      <p:sp>
        <p:nvSpPr>
          <p:cNvPr id="8" name="矩形 7"/>
          <p:cNvSpPr/>
          <p:nvPr/>
        </p:nvSpPr>
        <p:spPr>
          <a:xfrm>
            <a:off x="-5080" y="2031620"/>
            <a:ext cx="12192000" cy="2242431"/>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989FBC"/>
              </a:solidFill>
              <a:latin typeface="钉钉进步体"/>
              <a:ea typeface="微软雅黑" panose="020B0503020204020204" charset="-122"/>
              <a:sym typeface="钉钉进步体"/>
            </a:endParaRPr>
          </a:p>
        </p:txBody>
      </p:sp>
      <p:sp>
        <p:nvSpPr>
          <p:cNvPr id="2" name="标题 1"/>
          <p:cNvSpPr>
            <a:spLocks noGrp="1"/>
          </p:cNvSpPr>
          <p:nvPr>
            <p:ph type="title"/>
          </p:nvPr>
        </p:nvSpPr>
        <p:spPr>
          <a:xfrm>
            <a:off x="4705350" y="2590800"/>
            <a:ext cx="6686550" cy="1123315"/>
          </a:xfrm>
        </p:spPr>
        <p:txBody>
          <a:bodyPr/>
          <a:p>
            <a:pPr algn="l">
              <a:buClrTx/>
              <a:buSzTx/>
              <a:buFontTx/>
            </a:pPr>
            <a:r>
              <a:rPr lang="zh-CN" altLang="en-US" sz="5400" i="1" smtClean="0">
                <a:ln>
                  <a:noFill/>
                  <a:prstDash val="sysDot"/>
                </a:ln>
                <a:solidFill>
                  <a:srgbClr val="877766"/>
                </a:solidFill>
                <a:latin typeface="MiSans Bold" panose="00000800000000000000" charset="-122"/>
                <a:ea typeface="MiSans Bold" panose="00000800000000000000" charset="-122"/>
                <a:cs typeface="+mn-cs"/>
              </a:rPr>
              <a:t>项目</a:t>
            </a:r>
            <a:r>
              <a:rPr lang="zh-CN" altLang="en-US" sz="5400" i="1" smtClean="0">
                <a:ln>
                  <a:noFill/>
                  <a:prstDash val="sysDot"/>
                </a:ln>
                <a:solidFill>
                  <a:srgbClr val="877766"/>
                </a:solidFill>
                <a:latin typeface="MiSans Bold" panose="00000800000000000000" charset="-122"/>
                <a:ea typeface="MiSans Bold" panose="00000800000000000000" charset="-122"/>
                <a:cs typeface="+mn-cs"/>
              </a:rPr>
              <a:t>进展</a:t>
            </a:r>
            <a:endParaRPr lang="zh-CN" altLang="en-US" sz="5400" i="1" smtClean="0">
              <a:ln>
                <a:noFill/>
                <a:prstDash val="sysDot"/>
              </a:ln>
              <a:solidFill>
                <a:srgbClr val="877766"/>
              </a:solidFill>
              <a:latin typeface="MiSans Bold" panose="00000800000000000000" charset="-122"/>
              <a:ea typeface="MiSans Bold" panose="00000800000000000000" charset="-122"/>
              <a:cs typeface="+mn-cs"/>
            </a:endParaRPr>
          </a:p>
        </p:txBody>
      </p:sp>
      <p:sp>
        <p:nvSpPr>
          <p:cNvPr id="7" name="文本占位符 4"/>
          <p:cNvSpPr>
            <a:spLocks noGrp="1"/>
          </p:cNvSpPr>
          <p:nvPr>
            <p:custDataLst>
              <p:tags r:id="rId2"/>
            </p:custDataLst>
          </p:nvPr>
        </p:nvSpPr>
        <p:spPr>
          <a:xfrm>
            <a:off x="1078865" y="2176780"/>
            <a:ext cx="2323465" cy="1951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10000"/>
              </a:lnSpc>
              <a:buClrTx/>
              <a:buSzTx/>
              <a:buFontTx/>
              <a:buNone/>
            </a:pPr>
            <a:r>
              <a:rPr lang="en-US" altLang="zh-CN" sz="9600" i="1" dirty="0">
                <a:solidFill>
                  <a:srgbClr val="877766"/>
                </a:solidFill>
                <a:latin typeface="MiSans Bold" panose="00000800000000000000" charset="-122"/>
                <a:ea typeface="MiSans Bold" panose="00000800000000000000" charset="-122"/>
              </a:rPr>
              <a:t>02</a:t>
            </a:r>
            <a:endParaRPr lang="en-US" altLang="zh-CN" sz="9600" i="1" dirty="0">
              <a:solidFill>
                <a:srgbClr val="877766"/>
              </a:solidFill>
              <a:latin typeface="MiSans Bold" panose="00000800000000000000" charset="-122"/>
              <a:ea typeface="MiSans Bold" panose="00000800000000000000" charset="-122"/>
            </a:endParaRPr>
          </a:p>
        </p:txBody>
      </p:sp>
      <p:pic>
        <p:nvPicPr>
          <p:cNvPr id="83" name="图片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3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sp>
        <p:nvSpPr>
          <p:cNvPr id="2" name="矩形 2"/>
          <p:cNvSpPr/>
          <p:nvPr>
            <p:custDataLst>
              <p:tags r:id="rId1"/>
            </p:custDataLst>
          </p:nvPr>
        </p:nvSpPr>
        <p:spPr>
          <a:xfrm>
            <a:off x="3276600" y="5002530"/>
            <a:ext cx="2392680" cy="95313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200">
                <a:solidFill>
                  <a:schemeClr val="tx1">
                    <a:lumMod val="85000"/>
                    <a:lumOff val="15000"/>
                  </a:schemeClr>
                </a:solidFill>
                <a:latin typeface="+mn-ea"/>
                <a:cs typeface="+mn-ea"/>
              </a:rPr>
              <a:t>以泥哇呜详情界面为例，包含历史渊源、制作工艺、文化价值三大板块，搭配精美图集，实现文化深度传递。</a:t>
            </a:r>
            <a:endParaRPr lang="zh-CN" altLang="en-US" sz="1200">
              <a:solidFill>
                <a:schemeClr val="tx1">
                  <a:lumMod val="85000"/>
                  <a:lumOff val="15000"/>
                </a:schemeClr>
              </a:solidFill>
              <a:latin typeface="+mn-ea"/>
              <a:cs typeface="+mn-ea"/>
            </a:endParaRPr>
          </a:p>
        </p:txBody>
      </p:sp>
      <p:sp>
        <p:nvSpPr>
          <p:cNvPr id="4" name="矩形 5"/>
          <p:cNvSpPr/>
          <p:nvPr>
            <p:custDataLst>
              <p:tags r:id="rId2"/>
            </p:custDataLst>
          </p:nvPr>
        </p:nvSpPr>
        <p:spPr>
          <a:xfrm>
            <a:off x="3276511" y="4401000"/>
            <a:ext cx="6208753" cy="580866"/>
          </a:xfrm>
          <a:prstGeom prst="rect">
            <a:avLst/>
          </a:prstGeom>
          <a:noFill/>
        </p:spPr>
        <p:txBody>
          <a:bodyPr wrap="square" lIns="0" tIns="0" rIns="0" bIns="36000" rtlCol="0" anchor="b">
            <a:noAutofit/>
          </a:bodyPr>
          <a:p>
            <a:pPr>
              <a:spcBef>
                <a:spcPct val="0"/>
              </a:spcBef>
              <a:spcAft>
                <a:spcPct val="0"/>
              </a:spcAft>
            </a:pPr>
            <a:r>
              <a:rPr lang="zh-CN" altLang="en-US" sz="2000" b="1" dirty="0">
                <a:solidFill>
                  <a:schemeClr val="accent3"/>
                </a:solidFill>
                <a:latin typeface="+mn-ea"/>
                <a:cs typeface="+mn-ea"/>
              </a:rPr>
              <a:t>成果</a:t>
            </a:r>
            <a:r>
              <a:rPr lang="zh-CN" altLang="en-US" sz="2000" b="1" dirty="0">
                <a:solidFill>
                  <a:schemeClr val="accent3"/>
                </a:solidFill>
                <a:latin typeface="+mn-ea"/>
                <a:cs typeface="+mn-ea"/>
              </a:rPr>
              <a:t>展示</a:t>
            </a:r>
            <a:endParaRPr lang="zh-CN" altLang="en-US" sz="2000" b="1" dirty="0">
              <a:solidFill>
                <a:schemeClr val="accent3"/>
              </a:solidFill>
              <a:latin typeface="+mn-ea"/>
              <a:cs typeface="+mn-ea"/>
            </a:endParaRPr>
          </a:p>
        </p:txBody>
      </p:sp>
      <p:sp>
        <p:nvSpPr>
          <p:cNvPr id="5" name="矩形 7"/>
          <p:cNvSpPr/>
          <p:nvPr>
            <p:custDataLst>
              <p:tags r:id="rId3"/>
            </p:custDataLst>
          </p:nvPr>
        </p:nvSpPr>
        <p:spPr>
          <a:xfrm>
            <a:off x="3209925" y="1785620"/>
            <a:ext cx="2202815" cy="95313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200">
                <a:solidFill>
                  <a:schemeClr val="tx1">
                    <a:lumMod val="85000"/>
                    <a:lumOff val="15000"/>
                  </a:schemeClr>
                </a:solidFill>
                <a:latin typeface="+mn-ea"/>
                <a:cs typeface="+mn-ea"/>
              </a:rPr>
              <a:t>采用</a:t>
            </a:r>
            <a:r>
              <a:rPr lang="en-US" altLang="zh-CN" sz="1200">
                <a:solidFill>
                  <a:schemeClr val="tx1">
                    <a:lumMod val="85000"/>
                    <a:lumOff val="15000"/>
                  </a:schemeClr>
                </a:solidFill>
                <a:latin typeface="+mn-ea"/>
                <a:cs typeface="+mn-ea"/>
              </a:rPr>
              <a:t> HTML</a:t>
            </a:r>
            <a:r>
              <a:rPr lang="zh-CN" altLang="en-US" sz="1200">
                <a:solidFill>
                  <a:schemeClr val="tx1">
                    <a:lumMod val="85000"/>
                    <a:lumOff val="15000"/>
                  </a:schemeClr>
                </a:solidFill>
                <a:latin typeface="+mn-ea"/>
                <a:cs typeface="+mn-ea"/>
              </a:rPr>
              <a:t>、</a:t>
            </a:r>
            <a:r>
              <a:rPr lang="en-US" altLang="zh-CN" sz="1200">
                <a:solidFill>
                  <a:schemeClr val="tx1">
                    <a:lumMod val="85000"/>
                    <a:lumOff val="15000"/>
                  </a:schemeClr>
                </a:solidFill>
                <a:latin typeface="+mn-ea"/>
                <a:cs typeface="+mn-ea"/>
              </a:rPr>
              <a:t>JavaScript</a:t>
            </a:r>
            <a:r>
              <a:rPr lang="zh-CN" altLang="en-US" sz="1200">
                <a:solidFill>
                  <a:schemeClr val="tx1">
                    <a:lumMod val="85000"/>
                    <a:lumOff val="15000"/>
                  </a:schemeClr>
                </a:solidFill>
                <a:latin typeface="+mn-ea"/>
                <a:cs typeface="+mn-ea"/>
              </a:rPr>
              <a:t>、</a:t>
            </a:r>
            <a:r>
              <a:rPr lang="en-US" altLang="zh-CN" sz="1200">
                <a:solidFill>
                  <a:schemeClr val="tx1">
                    <a:lumMod val="85000"/>
                    <a:lumOff val="15000"/>
                  </a:schemeClr>
                </a:solidFill>
                <a:latin typeface="+mn-ea"/>
                <a:cs typeface="+mn-ea"/>
              </a:rPr>
              <a:t>CSS </a:t>
            </a:r>
            <a:r>
              <a:rPr lang="zh-CN" altLang="en-US" sz="1200">
                <a:solidFill>
                  <a:schemeClr val="tx1">
                    <a:lumMod val="85000"/>
                    <a:lumOff val="15000"/>
                  </a:schemeClr>
                </a:solidFill>
                <a:latin typeface="+mn-ea"/>
                <a:cs typeface="+mn-ea"/>
              </a:rPr>
              <a:t>技术，打造沉浸式浏览体验。</a:t>
            </a:r>
            <a:endParaRPr lang="zh-CN" altLang="en-US" sz="1200">
              <a:solidFill>
                <a:schemeClr val="tx1">
                  <a:lumMod val="85000"/>
                  <a:lumOff val="15000"/>
                </a:schemeClr>
              </a:solidFill>
              <a:latin typeface="+mn-ea"/>
              <a:cs typeface="+mn-ea"/>
            </a:endParaRPr>
          </a:p>
        </p:txBody>
      </p:sp>
      <p:sp>
        <p:nvSpPr>
          <p:cNvPr id="13" name="矩形 6"/>
          <p:cNvSpPr/>
          <p:nvPr>
            <p:custDataLst>
              <p:tags r:id="rId4"/>
            </p:custDataLst>
          </p:nvPr>
        </p:nvSpPr>
        <p:spPr>
          <a:xfrm>
            <a:off x="3209836" y="1192162"/>
            <a:ext cx="6208753" cy="580866"/>
          </a:xfrm>
          <a:prstGeom prst="rect">
            <a:avLst/>
          </a:prstGeom>
          <a:noFill/>
        </p:spPr>
        <p:txBody>
          <a:bodyPr wrap="square" lIns="0" tIns="0" rIns="0" bIns="36000" rtlCol="0" anchor="b">
            <a:noAutofit/>
          </a:bodyPr>
          <a:p>
            <a:pPr>
              <a:spcBef>
                <a:spcPct val="0"/>
              </a:spcBef>
              <a:spcAft>
                <a:spcPct val="0"/>
              </a:spcAft>
            </a:pPr>
            <a:r>
              <a:rPr lang="zh-CN" altLang="en-US" sz="2000" b="1" dirty="0">
                <a:solidFill>
                  <a:schemeClr val="accent1"/>
                </a:solidFill>
                <a:latin typeface="+mn-ea"/>
                <a:cs typeface="+mn-ea"/>
              </a:rPr>
              <a:t>技术实现</a:t>
            </a:r>
            <a:endParaRPr lang="zh-CN" altLang="en-US" sz="2000" b="1" dirty="0">
              <a:solidFill>
                <a:schemeClr val="accent1"/>
              </a:solidFill>
              <a:latin typeface="+mn-ea"/>
              <a:cs typeface="+mn-ea"/>
            </a:endParaRPr>
          </a:p>
        </p:txBody>
      </p:sp>
      <p:sp>
        <p:nvSpPr>
          <p:cNvPr id="14" name="矩形 9"/>
          <p:cNvSpPr/>
          <p:nvPr>
            <p:custDataLst>
              <p:tags r:id="rId5"/>
            </p:custDataLst>
          </p:nvPr>
        </p:nvSpPr>
        <p:spPr>
          <a:xfrm>
            <a:off x="3790950" y="3343275"/>
            <a:ext cx="2748915" cy="95313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200">
                <a:solidFill>
                  <a:schemeClr val="tx1">
                    <a:lumMod val="85000"/>
                    <a:lumOff val="15000"/>
                  </a:schemeClr>
                </a:solidFill>
                <a:latin typeface="+mn-ea"/>
                <a:cs typeface="+mn-ea"/>
              </a:rPr>
              <a:t>涵盖宁夏特色景点（如同心县红军西征纪念馆、吴忠红寺堡移民博物馆）与非遗文化（泥哇呜、糖画、皮影戏等）。</a:t>
            </a:r>
            <a:endParaRPr lang="zh-CN" altLang="en-US" sz="1200">
              <a:solidFill>
                <a:schemeClr val="tx1">
                  <a:lumMod val="85000"/>
                  <a:lumOff val="15000"/>
                </a:schemeClr>
              </a:solidFill>
              <a:latin typeface="+mn-ea"/>
              <a:cs typeface="+mn-ea"/>
            </a:endParaRPr>
          </a:p>
        </p:txBody>
      </p:sp>
      <p:sp>
        <p:nvSpPr>
          <p:cNvPr id="15" name="矩形 10"/>
          <p:cNvSpPr/>
          <p:nvPr>
            <p:custDataLst>
              <p:tags r:id="rId6"/>
            </p:custDataLst>
          </p:nvPr>
        </p:nvSpPr>
        <p:spPr>
          <a:xfrm>
            <a:off x="3790861" y="2745463"/>
            <a:ext cx="6208753" cy="580866"/>
          </a:xfrm>
          <a:prstGeom prst="rect">
            <a:avLst/>
          </a:prstGeom>
          <a:noFill/>
        </p:spPr>
        <p:txBody>
          <a:bodyPr wrap="square" lIns="0" tIns="0" rIns="0" bIns="36000" rtlCol="0" anchor="b">
            <a:noAutofit/>
          </a:bodyPr>
          <a:p>
            <a:pPr lvl="0" algn="l">
              <a:buClrTx/>
              <a:buSzTx/>
              <a:buFontTx/>
            </a:pPr>
            <a:r>
              <a:rPr lang="zh-CN" altLang="en-US" sz="2000" b="1" dirty="0">
                <a:solidFill>
                  <a:schemeClr val="accent2"/>
                </a:solidFill>
                <a:latin typeface="+mn-ea"/>
                <a:cs typeface="+mn-ea"/>
                <a:sym typeface="+mn-ea"/>
              </a:rPr>
              <a:t>内容整合</a:t>
            </a:r>
            <a:endParaRPr lang="zh-CN" altLang="en-US" sz="2000" b="1" dirty="0">
              <a:solidFill>
                <a:schemeClr val="accent2"/>
              </a:solidFill>
              <a:latin typeface="+mn-ea"/>
              <a:cs typeface="+mn-ea"/>
              <a:sym typeface="+mn-ea"/>
            </a:endParaRPr>
          </a:p>
        </p:txBody>
      </p:sp>
      <p:sp>
        <p:nvSpPr>
          <p:cNvPr id="11" name="任意多边形: 形状 26"/>
          <p:cNvSpPr/>
          <p:nvPr>
            <p:custDataLst>
              <p:tags r:id="rId7"/>
            </p:custDataLst>
          </p:nvPr>
        </p:nvSpPr>
        <p:spPr>
          <a:xfrm>
            <a:off x="-30168" y="1440463"/>
            <a:ext cx="3172763" cy="4176242"/>
          </a:xfrm>
          <a:custGeom>
            <a:avLst/>
            <a:gdLst>
              <a:gd name="connsiteX0" fmla="*/ 1084579 w 3172579"/>
              <a:gd name="connsiteY0" fmla="*/ 0 h 4176000"/>
              <a:gd name="connsiteX1" fmla="*/ 3172579 w 3172579"/>
              <a:gd name="connsiteY1" fmla="*/ 2088000 h 4176000"/>
              <a:gd name="connsiteX2" fmla="*/ 1084579 w 3172579"/>
              <a:gd name="connsiteY2" fmla="*/ 4176000 h 4176000"/>
              <a:gd name="connsiteX3" fmla="*/ 89315 w 3172579"/>
              <a:gd name="connsiteY3" fmla="*/ 3923990 h 4176000"/>
              <a:gd name="connsiteX4" fmla="*/ 0 w 3172579"/>
              <a:gd name="connsiteY4" fmla="*/ 3869730 h 4176000"/>
              <a:gd name="connsiteX5" fmla="*/ 0 w 3172579"/>
              <a:gd name="connsiteY5" fmla="*/ 306270 h 4176000"/>
              <a:gd name="connsiteX6" fmla="*/ 89315 w 3172579"/>
              <a:gd name="connsiteY6" fmla="*/ 252010 h 4176000"/>
              <a:gd name="connsiteX7" fmla="*/ 1084579 w 3172579"/>
              <a:gd name="connsiteY7" fmla="*/ 0 h 4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579" h="4176000">
                <a:moveTo>
                  <a:pt x="1084579" y="0"/>
                </a:moveTo>
                <a:cubicBezTo>
                  <a:pt x="2237750" y="0"/>
                  <a:pt x="3172579" y="934829"/>
                  <a:pt x="3172579" y="2088000"/>
                </a:cubicBezTo>
                <a:cubicBezTo>
                  <a:pt x="3172579" y="3241171"/>
                  <a:pt x="2237750" y="4176000"/>
                  <a:pt x="1084579" y="4176000"/>
                </a:cubicBezTo>
                <a:cubicBezTo>
                  <a:pt x="724213" y="4176000"/>
                  <a:pt x="385170" y="4084708"/>
                  <a:pt x="89315" y="3923990"/>
                </a:cubicBezTo>
                <a:lnTo>
                  <a:pt x="0" y="3869730"/>
                </a:lnTo>
                <a:lnTo>
                  <a:pt x="0" y="306270"/>
                </a:lnTo>
                <a:lnTo>
                  <a:pt x="89315" y="252010"/>
                </a:lnTo>
                <a:cubicBezTo>
                  <a:pt x="385170" y="91292"/>
                  <a:pt x="724213" y="0"/>
                  <a:pt x="1084579" y="0"/>
                </a:cubicBezTo>
                <a:close/>
              </a:path>
            </a:pathLst>
          </a:custGeom>
          <a:noFill/>
          <a:ln>
            <a:gradFill>
              <a:gsLst>
                <a:gs pos="100000">
                  <a:schemeClr val="tx1">
                    <a:lumMod val="50000"/>
                    <a:lumOff val="50000"/>
                    <a:alpha val="30000"/>
                  </a:schemeClr>
                </a:gs>
                <a:gs pos="15000">
                  <a:srgbClr val="FFFFFF">
                    <a:lumMod val="20000"/>
                    <a:lumOff val="80000"/>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12" name="椭圆 11"/>
          <p:cNvSpPr/>
          <p:nvPr>
            <p:custDataLst>
              <p:tags r:id="rId8"/>
            </p:custDataLst>
          </p:nvPr>
        </p:nvSpPr>
        <p:spPr>
          <a:xfrm>
            <a:off x="2817337" y="3221741"/>
            <a:ext cx="607730" cy="607730"/>
          </a:xfrm>
          <a:prstGeom prst="ellipse">
            <a:avLst/>
          </a:prstGeom>
          <a:solidFill>
            <a:schemeClr val="accent2"/>
          </a:solidFill>
          <a:ln>
            <a:gradFill>
              <a:gsLst>
                <a:gs pos="37000">
                  <a:srgbClr val="FFFFFF"/>
                </a:gs>
                <a:gs pos="0">
                  <a:schemeClr val="accent2">
                    <a:lumMod val="20000"/>
                    <a:lumOff val="80000"/>
                    <a:alpha val="100000"/>
                  </a:schemeClr>
                </a:gs>
                <a:gs pos="100000">
                  <a:srgbClr val="FFFFFF"/>
                </a:gs>
                <a:gs pos="71000">
                  <a:schemeClr val="accent2">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400" b="1">
                <a:solidFill>
                  <a:srgbClr val="FFFFFF"/>
                </a:solidFill>
                <a:latin typeface="+mn-ea"/>
                <a:cs typeface="+mn-ea"/>
                <a:sym typeface="+mn-ea"/>
              </a:rPr>
              <a:t>02</a:t>
            </a:r>
            <a:endParaRPr lang="en-US" altLang="zh-CN" sz="1400" b="1">
              <a:solidFill>
                <a:srgbClr val="FFFFFF"/>
              </a:solidFill>
              <a:latin typeface="+mn-ea"/>
              <a:cs typeface="+mn-ea"/>
              <a:sym typeface="+mn-ea"/>
            </a:endParaRPr>
          </a:p>
        </p:txBody>
      </p:sp>
      <p:sp>
        <p:nvSpPr>
          <p:cNvPr id="22" name="椭圆 32"/>
          <p:cNvSpPr/>
          <p:nvPr>
            <p:custDataLst>
              <p:tags r:id="rId9"/>
            </p:custDataLst>
          </p:nvPr>
        </p:nvSpPr>
        <p:spPr>
          <a:xfrm>
            <a:off x="2255329" y="1766871"/>
            <a:ext cx="607730" cy="607730"/>
          </a:xfrm>
          <a:prstGeom prst="ellipse">
            <a:avLst/>
          </a:prstGeom>
          <a:solidFill>
            <a:schemeClr val="accent1"/>
          </a:solidFill>
          <a:ln>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45720" bIns="45720" numCol="1" spcCol="0" rtlCol="0" fromWordArt="0" anchor="ctr" anchorCtr="0" forceAA="0" compatLnSpc="1">
            <a:noAutofit/>
          </a:bodyPr>
          <a:p>
            <a:pPr lvl="0" algn="ctr">
              <a:spcBef>
                <a:spcPct val="0"/>
              </a:spcBef>
              <a:spcAft>
                <a:spcPct val="0"/>
              </a:spcAft>
              <a:buClrTx/>
              <a:buSzTx/>
              <a:buFontTx/>
            </a:pPr>
            <a:r>
              <a:rPr lang="en-US" altLang="zh-CN" sz="1400" b="1">
                <a:solidFill>
                  <a:srgbClr val="FFFFFF"/>
                </a:solidFill>
                <a:latin typeface="+mn-ea"/>
                <a:cs typeface="+mn-ea"/>
                <a:sym typeface="+mn-ea"/>
              </a:rPr>
              <a:t>01</a:t>
            </a:r>
            <a:endParaRPr lang="en-US" altLang="zh-CN" sz="1400" b="1" dirty="0">
              <a:solidFill>
                <a:srgbClr val="FFFFFF"/>
              </a:solidFill>
              <a:latin typeface="+mn-ea"/>
              <a:cs typeface="+mn-ea"/>
              <a:sym typeface="+mn-ea"/>
            </a:endParaRPr>
          </a:p>
        </p:txBody>
      </p:sp>
      <p:sp>
        <p:nvSpPr>
          <p:cNvPr id="23" name="椭圆 23"/>
          <p:cNvSpPr/>
          <p:nvPr>
            <p:custDataLst>
              <p:tags r:id="rId10"/>
            </p:custDataLst>
          </p:nvPr>
        </p:nvSpPr>
        <p:spPr>
          <a:xfrm>
            <a:off x="2255329" y="4675975"/>
            <a:ext cx="607730" cy="607730"/>
          </a:xfrm>
          <a:prstGeom prst="ellipse">
            <a:avLst/>
          </a:prstGeom>
          <a:solidFill>
            <a:schemeClr val="accent3"/>
          </a:solidFill>
          <a:ln>
            <a:gradFill>
              <a:gsLst>
                <a:gs pos="37000">
                  <a:srgbClr val="FFFFFF"/>
                </a:gs>
                <a:gs pos="0">
                  <a:schemeClr val="accent3">
                    <a:lumMod val="20000"/>
                    <a:lumOff val="80000"/>
                    <a:alpha val="100000"/>
                  </a:schemeClr>
                </a:gs>
                <a:gs pos="100000">
                  <a:srgbClr val="FFFFFF"/>
                </a:gs>
                <a:gs pos="71000">
                  <a:schemeClr val="accent3">
                    <a:lumMod val="20000"/>
                    <a:lumOff val="80000"/>
                    <a:alpha val="10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solidFill>
                <a:latin typeface="+mn-ea"/>
                <a:cs typeface="+mn-ea"/>
                <a:sym typeface="+mn-ea"/>
              </a:rPr>
              <a:t>03</a:t>
            </a:r>
            <a:endParaRPr lang="en-US" altLang="zh-CN" sz="1400" b="1" dirty="0">
              <a:solidFill>
                <a:srgbClr val="FFFFFF"/>
              </a:solidFill>
              <a:latin typeface="+mn-ea"/>
              <a:cs typeface="+mn-ea"/>
              <a:sym typeface="+mn-ea"/>
            </a:endParaRPr>
          </a:p>
        </p:txBody>
      </p:sp>
      <p:sp>
        <p:nvSpPr>
          <p:cNvPr id="25" name="椭圆 8"/>
          <p:cNvSpPr/>
          <p:nvPr>
            <p:custDataLst>
              <p:tags r:id="rId11"/>
            </p:custDataLst>
          </p:nvPr>
        </p:nvSpPr>
        <p:spPr>
          <a:xfrm>
            <a:off x="282887" y="2436835"/>
            <a:ext cx="2169286" cy="2169286"/>
          </a:xfrm>
          <a:prstGeom prst="ellipse">
            <a:avLst/>
          </a:prstGeom>
          <a:solidFill>
            <a:schemeClr val="accent1"/>
          </a:solidFill>
          <a:ln>
            <a:gradFill>
              <a:gsLst>
                <a:gs pos="37000">
                  <a:srgbClr val="FFFFFF"/>
                </a:gs>
                <a:gs pos="0">
                  <a:schemeClr val="accent1">
                    <a:lumMod val="45000"/>
                    <a:lumOff val="55000"/>
                    <a:alpha val="100000"/>
                  </a:schemeClr>
                </a:gs>
                <a:gs pos="100000">
                  <a:srgbClr val="FFFFFF"/>
                </a:gs>
                <a:gs pos="71000">
                  <a:schemeClr val="accent1">
                    <a:lumMod val="30000"/>
                    <a:lumOff val="70000"/>
                    <a:alpha val="10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2000" b="1" spc="150" dirty="0">
                <a:solidFill>
                  <a:srgbClr val="FFFFFF"/>
                </a:solidFill>
                <a:latin typeface="+mn-ea"/>
                <a:cs typeface="+mn-ea"/>
                <a:sym typeface="+mn-ea"/>
              </a:rPr>
              <a:t>“丝路遗珍”</a:t>
            </a:r>
            <a:r>
              <a:rPr lang="en-US" altLang="zh-CN" sz="2000" b="1" spc="150" dirty="0">
                <a:solidFill>
                  <a:srgbClr val="FFFFFF"/>
                </a:solidFill>
                <a:latin typeface="+mn-ea"/>
                <a:cs typeface="+mn-ea"/>
                <a:sym typeface="+mn-ea"/>
              </a:rPr>
              <a:t> </a:t>
            </a:r>
            <a:r>
              <a:rPr lang="zh-CN" altLang="en-US" sz="2000" b="1" spc="150" dirty="0">
                <a:solidFill>
                  <a:srgbClr val="FFFFFF"/>
                </a:solidFill>
                <a:latin typeface="+mn-ea"/>
                <a:cs typeface="+mn-ea"/>
                <a:sym typeface="+mn-ea"/>
              </a:rPr>
              <a:t>专题</a:t>
            </a:r>
            <a:r>
              <a:rPr lang="zh-CN" altLang="en-US" sz="2000" b="1" spc="150" dirty="0">
                <a:solidFill>
                  <a:srgbClr val="FFFFFF"/>
                </a:solidFill>
                <a:latin typeface="+mn-ea"/>
                <a:cs typeface="+mn-ea"/>
                <a:sym typeface="+mn-ea"/>
              </a:rPr>
              <a:t>界面</a:t>
            </a:r>
            <a:endParaRPr lang="zh-CN" altLang="en-US" sz="2000" b="1" spc="150" dirty="0">
              <a:solidFill>
                <a:srgbClr val="FFFFFF"/>
              </a:solidFill>
              <a:latin typeface="+mn-ea"/>
              <a:cs typeface="+mn-ea"/>
              <a:sym typeface="+mn-ea"/>
            </a:endParaRPr>
          </a:p>
        </p:txBody>
      </p:sp>
      <p:pic>
        <p:nvPicPr>
          <p:cNvPr id="27" name="_x0000_s1025"/>
          <p:cNvPicPr/>
          <p:nvPr/>
        </p:nvPicPr>
        <p:blipFill>
          <a:blip r:embed="rId12"/>
          <a:srcRect/>
          <a:stretch>
            <a:fillRect/>
          </a:stretch>
        </p:blipFill>
        <p:spPr>
          <a:xfrm>
            <a:off x="6657340" y="768033"/>
            <a:ext cx="5253990" cy="2870835"/>
          </a:xfrm>
          <a:prstGeom prst="rect">
            <a:avLst/>
          </a:prstGeom>
        </p:spPr>
      </p:pic>
      <p:pic>
        <p:nvPicPr>
          <p:cNvPr id="28" name="_x0000_s1026"/>
          <p:cNvPicPr/>
          <p:nvPr/>
        </p:nvPicPr>
        <p:blipFill>
          <a:blip r:embed="rId13"/>
          <a:srcRect/>
          <a:stretch>
            <a:fillRect/>
          </a:stretch>
        </p:blipFill>
        <p:spPr>
          <a:xfrm>
            <a:off x="6657340" y="3707448"/>
            <a:ext cx="5264150" cy="2940685"/>
          </a:xfrm>
          <a:prstGeom prst="rect">
            <a:avLst/>
          </a:prstGeom>
        </p:spPr>
      </p:pic>
      <p:pic>
        <p:nvPicPr>
          <p:cNvPr id="83" name="图片 8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
        <p:nvSpPr>
          <p:cNvPr id="2359" name="矩形: 圆角 2358"/>
          <p:cNvSpPr/>
          <p:nvPr/>
        </p:nvSpPr>
        <p:spPr>
          <a:xfrm>
            <a:off x="518795" y="166370"/>
            <a:ext cx="687895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15"/>
            </p:custDataLst>
          </p:nvPr>
        </p:nvSpPr>
        <p:spPr>
          <a:xfrm>
            <a:off x="768985" y="294640"/>
            <a:ext cx="919480"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2" name="TextBox 12"/>
          <p:cNvSpPr txBox="1"/>
          <p:nvPr>
            <p:custDataLst>
              <p:tags r:id="rId16"/>
            </p:custDataLst>
          </p:nvPr>
        </p:nvSpPr>
        <p:spPr>
          <a:xfrm>
            <a:off x="3547745" y="294640"/>
            <a:ext cx="919480"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17"/>
            </p:custDataLst>
          </p:nvPr>
        </p:nvSpPr>
        <p:spPr>
          <a:xfrm>
            <a:off x="2160905" y="294640"/>
            <a:ext cx="914400"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18"/>
            </p:custDataLst>
          </p:nvPr>
        </p:nvSpPr>
        <p:spPr>
          <a:xfrm>
            <a:off x="-1822450" y="294640"/>
            <a:ext cx="923290"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6589395" y="211455"/>
            <a:ext cx="39052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19"/>
          <a:stretch>
            <a:fillRect/>
          </a:stretch>
        </p:blipFill>
        <p:spPr>
          <a:xfrm>
            <a:off x="6678930" y="325120"/>
            <a:ext cx="196215" cy="216535"/>
          </a:xfrm>
          <a:prstGeom prst="rect">
            <a:avLst/>
          </a:prstGeom>
        </p:spPr>
      </p:pic>
      <p:sp>
        <p:nvSpPr>
          <p:cNvPr id="129" name="TextBox 12"/>
          <p:cNvSpPr txBox="1"/>
          <p:nvPr>
            <p:custDataLst>
              <p:tags r:id="rId20"/>
            </p:custDataLst>
          </p:nvPr>
        </p:nvSpPr>
        <p:spPr>
          <a:xfrm>
            <a:off x="4787265" y="247015"/>
            <a:ext cx="1219200" cy="36893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chemeClr val="accent3"/>
                </a:solidFill>
                <a:effectLst/>
                <a:uLnTx/>
                <a:uFillTx/>
                <a:latin typeface="华文中宋" panose="02010600040101010101" charset="-122"/>
                <a:ea typeface="华文中宋" panose="02010600040101010101" charset="-122"/>
                <a:sym typeface="微软雅黑" panose="020B0503020204020204" charset="-122"/>
              </a:rPr>
              <a:t>文创收集</a:t>
            </a:r>
            <a:endParaRPr kumimoji="0" lang="zh-CN" altLang="en-US" sz="2400" i="0" u="none" strike="noStrike" kern="1200" cap="none" spc="0" normalizeH="0" baseline="0" noProof="0" dirty="0">
              <a:ln>
                <a:noFill/>
              </a:ln>
              <a:solidFill>
                <a:schemeClr val="accent3"/>
              </a:solidFill>
              <a:effectLst/>
              <a:uLnTx/>
              <a:uFillTx/>
              <a:latin typeface="华文中宋" panose="02010600040101010101" charset="-122"/>
              <a:ea typeface="华文中宋" panose="02010600040101010101" charset="-122"/>
              <a:sym typeface="微软雅黑" panose="020B0503020204020204" charset="-122"/>
            </a:endParaRPr>
          </a:p>
        </p:txBody>
      </p:sp>
      <p:cxnSp>
        <p:nvCxnSpPr>
          <p:cNvPr id="130" name="直接连接符 129"/>
          <p:cNvCxnSpPr/>
          <p:nvPr>
            <p:custDataLst>
              <p:tags r:id="rId21"/>
            </p:custDataLst>
          </p:nvPr>
        </p:nvCxnSpPr>
        <p:spPr>
          <a:xfrm>
            <a:off x="51879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22"/>
            </p:custDataLst>
          </p:nvPr>
        </p:nvCxnSpPr>
        <p:spPr>
          <a:xfrm>
            <a:off x="1924050"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custDataLst>
              <p:tags r:id="rId23"/>
            </p:custDataLst>
          </p:nvPr>
        </p:nvCxnSpPr>
        <p:spPr>
          <a:xfrm>
            <a:off x="3329940"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24"/>
            </p:custDataLst>
          </p:nvPr>
        </p:nvCxnSpPr>
        <p:spPr>
          <a:xfrm>
            <a:off x="473519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ustDataLst>
      <p:tags r:id="rId2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6" name="文本框 5"/>
          <p:cNvSpPr txBox="1"/>
          <p:nvPr/>
        </p:nvSpPr>
        <p:spPr>
          <a:xfrm>
            <a:off x="1000125" y="938530"/>
            <a:ext cx="2743835" cy="583565"/>
          </a:xfrm>
          <a:prstGeom prst="rect">
            <a:avLst/>
          </a:prstGeom>
        </p:spPr>
        <p:txBody>
          <a:bodyPr wrap="square">
            <a:spAutoFit/>
          </a:bodyPr>
          <a:p>
            <a:pPr marL="0" indent="0" algn="just" defTabSz="266700">
              <a:spcBef>
                <a:spcPct val="0"/>
              </a:spcBef>
              <a:spcAft>
                <a:spcPct val="0"/>
              </a:spcAft>
            </a:pPr>
            <a:r>
              <a:rPr lang="zh-CN" altLang="en-US" sz="3200" b="1" spc="150" dirty="0">
                <a:solidFill>
                  <a:schemeClr val="accent3">
                    <a:lumMod val="50000"/>
                  </a:schemeClr>
                </a:solidFill>
                <a:latin typeface="+mn-ea"/>
                <a:cs typeface="+mn-ea"/>
              </a:rPr>
              <a:t>用户登录界面</a:t>
            </a:r>
            <a:endParaRPr lang="zh-CN" altLang="en-US" sz="3200" b="1" spc="150" dirty="0">
              <a:solidFill>
                <a:schemeClr val="accent3">
                  <a:lumMod val="50000"/>
                </a:schemeClr>
              </a:solidFill>
              <a:latin typeface="+mn-ea"/>
              <a:cs typeface="+mn-ea"/>
            </a:endParaRPr>
          </a:p>
        </p:txBody>
      </p:sp>
      <p:sp>
        <p:nvSpPr>
          <p:cNvPr id="8" name="文本框 7"/>
          <p:cNvSpPr txBox="1"/>
          <p:nvPr/>
        </p:nvSpPr>
        <p:spPr>
          <a:xfrm>
            <a:off x="817880" y="1633855"/>
            <a:ext cx="5080000" cy="1568450"/>
          </a:xfrm>
          <a:prstGeom prst="rect">
            <a:avLst/>
          </a:prstGeom>
        </p:spPr>
        <p:txBody>
          <a:bodyPr>
            <a:spAutoFit/>
          </a:bodyPr>
          <a:p>
            <a:pPr marL="0" indent="304800" algn="just" defTabSz="266700">
              <a:lnSpc>
                <a:spcPct val="150000"/>
              </a:lnSpc>
              <a:spcBef>
                <a:spcPct val="0"/>
              </a:spcBef>
              <a:spcAft>
                <a:spcPct val="0"/>
              </a:spcAft>
            </a:pPr>
            <a:r>
              <a:rPr lang="zh-CN" altLang="en-US" sz="1600">
                <a:solidFill>
                  <a:schemeClr val="tx1">
                    <a:lumMod val="85000"/>
                    <a:lumOff val="15000"/>
                  </a:schemeClr>
                </a:solidFill>
                <a:latin typeface="+mn-ea"/>
                <a:cs typeface="+mn-ea"/>
              </a:rPr>
              <a:t>设计并优化用户登录界面，拓展多种用户登录途径，以高效收集用户数据，为后续研究提供有力支撑。同时，融入动画效果，增强界面的视觉吸引力与交互体验，提升整体美观度。</a:t>
            </a:r>
            <a:endParaRPr lang="zh-CN" altLang="en-US" sz="1600">
              <a:solidFill>
                <a:schemeClr val="tx1">
                  <a:lumMod val="85000"/>
                  <a:lumOff val="15000"/>
                </a:schemeClr>
              </a:solidFill>
              <a:latin typeface="+mn-ea"/>
              <a:cs typeface="+mn-ea"/>
            </a:endParaRPr>
          </a:p>
        </p:txBody>
      </p:sp>
      <p:pic>
        <p:nvPicPr>
          <p:cNvPr id="9" name="_x0000_s1030"/>
          <p:cNvPicPr/>
          <p:nvPr/>
        </p:nvPicPr>
        <p:blipFill>
          <a:blip r:embed="rId1"/>
          <a:srcRect/>
          <a:stretch>
            <a:fillRect/>
          </a:stretch>
        </p:blipFill>
        <p:spPr>
          <a:xfrm>
            <a:off x="8361045" y="245745"/>
            <a:ext cx="1875155" cy="3138170"/>
          </a:xfrm>
          <a:prstGeom prst="rect">
            <a:avLst/>
          </a:prstGeom>
        </p:spPr>
      </p:pic>
      <p:sp>
        <p:nvSpPr>
          <p:cNvPr id="12" name="文本框 11"/>
          <p:cNvSpPr txBox="1"/>
          <p:nvPr/>
        </p:nvSpPr>
        <p:spPr>
          <a:xfrm>
            <a:off x="768985" y="4209415"/>
            <a:ext cx="5080000" cy="1938020"/>
          </a:xfrm>
          <a:prstGeom prst="rect">
            <a:avLst/>
          </a:prstGeom>
        </p:spPr>
        <p:txBody>
          <a:bodyPr>
            <a:spAutoFit/>
          </a:bodyPr>
          <a:p>
            <a:pPr marL="0" indent="304800" algn="just" defTabSz="266700">
              <a:lnSpc>
                <a:spcPct val="150000"/>
              </a:lnSpc>
              <a:buClrTx/>
              <a:buSzTx/>
              <a:buFontTx/>
            </a:pPr>
            <a:r>
              <a:rPr lang="zh-CN" altLang="en-US" sz="1600">
                <a:solidFill>
                  <a:schemeClr val="tx1">
                    <a:lumMod val="85000"/>
                    <a:lumOff val="15000"/>
                  </a:schemeClr>
                </a:solidFill>
                <a:latin typeface="+mn-ea"/>
                <a:cs typeface="+mn-ea"/>
              </a:rPr>
              <a:t>打造塞上论坛界面，精心增设多个聚焦宁夏不同景区的特色话题小论坛，并设立涵盖所有话题的总论坛，强化论坛与用户界面数据功能的深度交互与联系。同时，丰富功能分类体系，融入响应式动画设计元素，全方位美化论坛界面，提升用户体验与平台品质。</a:t>
            </a:r>
            <a:endParaRPr lang="zh-CN" altLang="en-US" sz="1600">
              <a:solidFill>
                <a:schemeClr val="tx1">
                  <a:lumMod val="85000"/>
                  <a:lumOff val="15000"/>
                </a:schemeClr>
              </a:solidFill>
              <a:latin typeface="+mn-ea"/>
              <a:cs typeface="+mn-ea"/>
            </a:endParaRPr>
          </a:p>
        </p:txBody>
      </p:sp>
      <p:pic>
        <p:nvPicPr>
          <p:cNvPr id="13" name="_x0000_s1031"/>
          <p:cNvPicPr/>
          <p:nvPr/>
        </p:nvPicPr>
        <p:blipFill>
          <a:blip r:embed="rId2"/>
          <a:srcRect/>
          <a:stretch>
            <a:fillRect/>
          </a:stretch>
        </p:blipFill>
        <p:spPr>
          <a:xfrm>
            <a:off x="6513830" y="3541395"/>
            <a:ext cx="5224780" cy="2919730"/>
          </a:xfrm>
          <a:prstGeom prst="rect">
            <a:avLst/>
          </a:prstGeom>
        </p:spPr>
      </p:pic>
      <p:sp>
        <p:nvSpPr>
          <p:cNvPr id="14" name="文本框 13"/>
          <p:cNvSpPr txBox="1"/>
          <p:nvPr/>
        </p:nvSpPr>
        <p:spPr>
          <a:xfrm>
            <a:off x="1000125" y="3429000"/>
            <a:ext cx="2851785" cy="583565"/>
          </a:xfrm>
          <a:prstGeom prst="rect">
            <a:avLst/>
          </a:prstGeom>
          <a:noFill/>
        </p:spPr>
        <p:txBody>
          <a:bodyPr wrap="square" rtlCol="0" anchor="t">
            <a:spAutoFit/>
          </a:bodyPr>
          <a:p>
            <a:pPr algn="just" defTabSz="266700">
              <a:buClrTx/>
              <a:buSzTx/>
              <a:buFontTx/>
            </a:pPr>
            <a:r>
              <a:rPr lang="zh-CN" altLang="en-US" sz="3200" b="1" spc="150" dirty="0">
                <a:solidFill>
                  <a:schemeClr val="accent3">
                    <a:lumMod val="50000"/>
                  </a:schemeClr>
                </a:solidFill>
                <a:latin typeface="+mn-ea"/>
                <a:cs typeface="+mn-ea"/>
                <a:sym typeface="钉钉进步体"/>
              </a:rPr>
              <a:t>塞上论坛界面</a:t>
            </a:r>
            <a:endParaRPr lang="zh-CN" altLang="en-US" sz="3200" b="1" spc="150" dirty="0">
              <a:solidFill>
                <a:schemeClr val="accent3">
                  <a:lumMod val="50000"/>
                </a:schemeClr>
              </a:solidFill>
              <a:latin typeface="+mn-ea"/>
              <a:cs typeface="+mn-ea"/>
              <a:sym typeface="钉钉进步体"/>
            </a:endParaRPr>
          </a:p>
        </p:txBody>
      </p:sp>
      <p:pic>
        <p:nvPicPr>
          <p:cNvPr id="83" name="图片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2359"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4"/>
              </p:custDataLst>
            </p:nvPr>
          </p:nvSpPr>
          <p:spPr>
            <a:xfrm>
              <a:off x="3421614" y="352356"/>
              <a:ext cx="1014944"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2362" name="TextBox 12"/>
            <p:cNvSpPr txBox="1"/>
            <p:nvPr>
              <p:custDataLst>
                <p:tags r:id="rId5"/>
              </p:custDataLst>
            </p:nvPr>
          </p:nvSpPr>
          <p:spPr>
            <a:xfrm>
              <a:off x="6489095" y="352356"/>
              <a:ext cx="1014944"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6"/>
              </p:custDataLst>
            </p:nvPr>
          </p:nvSpPr>
          <p:spPr>
            <a:xfrm>
              <a:off x="4958163" y="352356"/>
              <a:ext cx="1009336"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7"/>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8"/>
            <a:stretch>
              <a:fillRect/>
            </a:stretch>
          </p:blipFill>
          <p:spPr>
            <a:xfrm>
              <a:off x="9945308" y="382735"/>
              <a:ext cx="216240" cy="216240"/>
            </a:xfrm>
            <a:prstGeom prst="rect">
              <a:avLst/>
            </a:prstGeom>
          </p:spPr>
        </p:pic>
        <p:sp>
          <p:nvSpPr>
            <p:cNvPr id="3" name="文本框 2"/>
            <p:cNvSpPr txBox="1"/>
            <p:nvPr/>
          </p:nvSpPr>
          <p:spPr>
            <a:xfrm>
              <a:off x="8144073" y="224155"/>
              <a:ext cx="1547649"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前端</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界面</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7" name="TextBox 12"/>
            <p:cNvSpPr txBox="1"/>
            <p:nvPr>
              <p:custDataLst>
                <p:tags r:id="rId9"/>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0" name="直接连接符 9"/>
            <p:cNvCxnSpPr/>
            <p:nvPr>
              <p:custDataLst>
                <p:tags r:id="rId10"/>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11"/>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2"/>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13"/>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ustDataLst>
      <p:tags r:id="rId1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3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sp>
        <p:nvSpPr>
          <p:cNvPr id="2" name="矩形: 圆角 2"/>
          <p:cNvSpPr/>
          <p:nvPr>
            <p:custDataLst>
              <p:tags r:id="rId1"/>
            </p:custDataLst>
          </p:nvPr>
        </p:nvSpPr>
        <p:spPr>
          <a:xfrm>
            <a:off x="1503680" y="1214120"/>
            <a:ext cx="8897620" cy="1939290"/>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endParaRPr lang="zh-CN" altLang="en-US" sz="1440">
              <a:solidFill>
                <a:schemeClr val="bg1"/>
              </a:solidFill>
              <a:latin typeface="+mj-ea"/>
              <a:ea typeface="+mj-ea"/>
            </a:endParaRPr>
          </a:p>
        </p:txBody>
      </p:sp>
      <p:sp>
        <p:nvSpPr>
          <p:cNvPr id="5" name="矩形 4"/>
          <p:cNvSpPr/>
          <p:nvPr>
            <p:custDataLst>
              <p:tags r:id="rId2"/>
            </p:custDataLst>
          </p:nvPr>
        </p:nvSpPr>
        <p:spPr>
          <a:xfrm>
            <a:off x="1808698" y="2245154"/>
            <a:ext cx="8189725" cy="951274"/>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基于风格迁移技术，新增宁夏景点特色风格迁移，批量处理、画质增强。</a:t>
            </a:r>
            <a:endParaRPr lang="zh-CN" altLang="en-US" sz="1600" dirty="0">
              <a:solidFill>
                <a:schemeClr val="tx1">
                  <a:lumMod val="85000"/>
                  <a:lumOff val="15000"/>
                </a:schemeClr>
              </a:solidFill>
              <a:latin typeface="+mn-ea"/>
              <a:cs typeface="+mn-ea"/>
            </a:endParaRPr>
          </a:p>
        </p:txBody>
      </p:sp>
      <p:sp>
        <p:nvSpPr>
          <p:cNvPr id="60" name="圆角矩形 59"/>
          <p:cNvSpPr/>
          <p:nvPr>
            <p:custDataLst>
              <p:tags r:id="rId3"/>
            </p:custDataLst>
          </p:nvPr>
        </p:nvSpPr>
        <p:spPr>
          <a:xfrm>
            <a:off x="1768664" y="754380"/>
            <a:ext cx="794317" cy="7784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lstStyle/>
          <a:p>
            <a:pPr algn="ctr">
              <a:spcBef>
                <a:spcPct val="0"/>
              </a:spcBef>
              <a:spcAft>
                <a:spcPct val="0"/>
              </a:spcAft>
            </a:pPr>
            <a:r>
              <a:rPr lang="en-US" altLang="zh-CN" sz="2400" b="1" dirty="0">
                <a:solidFill>
                  <a:srgbClr val="FFFFFF"/>
                </a:solidFill>
                <a:latin typeface="+mn-ea"/>
                <a:cs typeface="+mn-ea"/>
                <a:sym typeface="+mn-ea"/>
              </a:rPr>
              <a:t>01</a:t>
            </a:r>
            <a:endParaRPr lang="en-US" altLang="zh-CN" sz="2400" b="1" dirty="0">
              <a:solidFill>
                <a:srgbClr val="FFFFFF"/>
              </a:solidFill>
              <a:latin typeface="+mn-ea"/>
              <a:cs typeface="+mn-ea"/>
              <a:sym typeface="+mn-ea"/>
            </a:endParaRPr>
          </a:p>
        </p:txBody>
      </p:sp>
      <p:cxnSp>
        <p:nvCxnSpPr>
          <p:cNvPr id="80" name="直接连接符 79"/>
          <p:cNvCxnSpPr/>
          <p:nvPr>
            <p:custDataLst>
              <p:tags r:id="rId4"/>
            </p:custDataLst>
          </p:nvPr>
        </p:nvCxnSpPr>
        <p:spPr>
          <a:xfrm flipV="1">
            <a:off x="1723547" y="2158097"/>
            <a:ext cx="7577148" cy="12074"/>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6" name="矩形 5"/>
          <p:cNvSpPr/>
          <p:nvPr>
            <p:custDataLst>
              <p:tags r:id="rId5"/>
            </p:custDataLst>
          </p:nvPr>
        </p:nvSpPr>
        <p:spPr>
          <a:xfrm>
            <a:off x="1768664" y="1577928"/>
            <a:ext cx="4495834" cy="443547"/>
          </a:xfrm>
          <a:prstGeom prst="rect">
            <a:avLst/>
          </a:prstGeom>
          <a:noFill/>
        </p:spPr>
        <p:txBody>
          <a:bodyPr wrap="square" lIns="0" tIns="0" rIns="0" bIns="0" rtlCol="0" anchor="ctr" anchorCtr="0">
            <a:noAutofit/>
          </a:bodyPr>
          <a:lstStyle/>
          <a:p>
            <a:pPr>
              <a:spcBef>
                <a:spcPct val="0"/>
              </a:spcBef>
              <a:spcAft>
                <a:spcPct val="0"/>
              </a:spcAft>
            </a:pPr>
            <a:r>
              <a:rPr lang="zh-CN" altLang="en-US" sz="2200" b="1" dirty="0">
                <a:solidFill>
                  <a:schemeClr val="accent1"/>
                </a:solidFill>
                <a:latin typeface="+mn-ea"/>
                <a:cs typeface="+mn-ea"/>
              </a:rPr>
              <a:t>核心功能</a:t>
            </a:r>
            <a:endParaRPr lang="zh-CN" altLang="en-US" sz="2200" b="1" dirty="0">
              <a:solidFill>
                <a:schemeClr val="accent1"/>
              </a:solidFill>
              <a:latin typeface="+mn-ea"/>
              <a:cs typeface="+mn-ea"/>
            </a:endParaRPr>
          </a:p>
        </p:txBody>
      </p:sp>
      <p:pic>
        <p:nvPicPr>
          <p:cNvPr id="3" name="_x0000_s1027"/>
          <p:cNvPicPr/>
          <p:nvPr/>
        </p:nvPicPr>
        <p:blipFill>
          <a:blip r:embed="rId6"/>
          <a:srcRect/>
          <a:stretch>
            <a:fillRect/>
          </a:stretch>
        </p:blipFill>
        <p:spPr>
          <a:xfrm>
            <a:off x="142875" y="3743960"/>
            <a:ext cx="5534025" cy="2828925"/>
          </a:xfrm>
          <a:prstGeom prst="rect">
            <a:avLst/>
          </a:prstGeom>
        </p:spPr>
      </p:pic>
      <p:pic>
        <p:nvPicPr>
          <p:cNvPr id="4" name="_x0000_s1028"/>
          <p:cNvPicPr/>
          <p:nvPr/>
        </p:nvPicPr>
        <p:blipFill>
          <a:blip r:embed="rId7"/>
          <a:srcRect/>
          <a:stretch>
            <a:fillRect/>
          </a:stretch>
        </p:blipFill>
        <p:spPr>
          <a:xfrm>
            <a:off x="6417945" y="3743960"/>
            <a:ext cx="5635625" cy="2828925"/>
          </a:xfrm>
          <a:prstGeom prst="rect">
            <a:avLst/>
          </a:prstGeom>
        </p:spPr>
      </p:pic>
      <p:cxnSp>
        <p:nvCxnSpPr>
          <p:cNvPr id="11" name="直接箭头连接符 10"/>
          <p:cNvCxnSpPr/>
          <p:nvPr/>
        </p:nvCxnSpPr>
        <p:spPr>
          <a:xfrm flipV="1">
            <a:off x="5759450" y="5187315"/>
            <a:ext cx="576000" cy="0"/>
          </a:xfrm>
          <a:prstGeom prst="straightConnector1">
            <a:avLst/>
          </a:prstGeom>
          <a:ln w="73025" cap="rnd">
            <a:solidFill>
              <a:schemeClr val="accent1">
                <a:lumMod val="75000"/>
              </a:schemeClr>
            </a:solidFill>
            <a:round/>
            <a:tailEnd type="arrow" w="med" len="med"/>
          </a:ln>
        </p:spPr>
        <p:style>
          <a:lnRef idx="0">
            <a:srgbClr val="FFFFFF"/>
          </a:lnRef>
          <a:fillRef idx="0">
            <a:srgbClr val="FFFFFF"/>
          </a:fillRef>
          <a:effectRef idx="0">
            <a:srgbClr val="FFFFFF"/>
          </a:effectRef>
          <a:fontRef idx="minor">
            <a:schemeClr val="tx1"/>
          </a:fontRef>
        </p:style>
      </p:cxnSp>
      <p:sp>
        <p:nvSpPr>
          <p:cNvPr id="13" name="文本框 12"/>
          <p:cNvSpPr txBox="1"/>
          <p:nvPr/>
        </p:nvSpPr>
        <p:spPr>
          <a:xfrm>
            <a:off x="2999105" y="3153410"/>
            <a:ext cx="6096000" cy="583565"/>
          </a:xfrm>
          <a:prstGeom prst="rect">
            <a:avLst/>
          </a:prstGeom>
          <a:noFill/>
        </p:spPr>
        <p:txBody>
          <a:bodyPr wrap="square" rtlCol="0" anchor="t">
            <a:spAutoFit/>
          </a:bodyPr>
          <a:p>
            <a:pPr algn="ctr">
              <a:buClrTx/>
              <a:buSzTx/>
              <a:buFontTx/>
            </a:pPr>
            <a:r>
              <a:rPr lang="zh-CN" altLang="en-US" sz="3200" b="1" spc="150" dirty="0">
                <a:solidFill>
                  <a:schemeClr val="accent3">
                    <a:lumMod val="50000"/>
                  </a:schemeClr>
                </a:solidFill>
                <a:latin typeface="+mn-ea"/>
                <a:cs typeface="+mn-ea"/>
                <a:sym typeface="钉钉进步体"/>
              </a:rPr>
              <a:t>图像处理界面</a:t>
            </a:r>
            <a:endParaRPr lang="zh-CN" altLang="en-US" sz="3200" b="1" spc="150" dirty="0">
              <a:solidFill>
                <a:schemeClr val="accent3">
                  <a:lumMod val="50000"/>
                </a:schemeClr>
              </a:solidFill>
              <a:latin typeface="+mn-ea"/>
              <a:cs typeface="+mn-ea"/>
              <a:sym typeface="钉钉进步体"/>
            </a:endParaRPr>
          </a:p>
        </p:txBody>
      </p:sp>
      <p:pic>
        <p:nvPicPr>
          <p:cNvPr id="83" name="图片 8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8"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9"/>
              </p:custDataLst>
            </p:nvPr>
          </p:nvSpPr>
          <p:spPr>
            <a:xfrm>
              <a:off x="3421614" y="352356"/>
              <a:ext cx="1014944"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2362" name="TextBox 12"/>
            <p:cNvSpPr txBox="1"/>
            <p:nvPr>
              <p:custDataLst>
                <p:tags r:id="rId10"/>
              </p:custDataLst>
            </p:nvPr>
          </p:nvSpPr>
          <p:spPr>
            <a:xfrm>
              <a:off x="6489095" y="352356"/>
              <a:ext cx="1014944"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11"/>
              </p:custDataLst>
            </p:nvPr>
          </p:nvSpPr>
          <p:spPr>
            <a:xfrm>
              <a:off x="4958163" y="352356"/>
              <a:ext cx="1009336"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12"/>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13"/>
            <a:stretch>
              <a:fillRect/>
            </a:stretch>
          </p:blipFill>
          <p:spPr>
            <a:xfrm>
              <a:off x="9945308" y="382735"/>
              <a:ext cx="216240" cy="216240"/>
            </a:xfrm>
            <a:prstGeom prst="rect">
              <a:avLst/>
            </a:prstGeom>
          </p:spPr>
        </p:pic>
        <p:sp>
          <p:nvSpPr>
            <p:cNvPr id="9" name="文本框 8"/>
            <p:cNvSpPr txBox="1"/>
            <p:nvPr/>
          </p:nvSpPr>
          <p:spPr>
            <a:xfrm>
              <a:off x="8144073" y="224155"/>
              <a:ext cx="1547649"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图像</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处理</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10" name="TextBox 12"/>
            <p:cNvSpPr txBox="1"/>
            <p:nvPr>
              <p:custDataLst>
                <p:tags r:id="rId14"/>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2" name="直接连接符 11"/>
            <p:cNvCxnSpPr/>
            <p:nvPr>
              <p:custDataLst>
                <p:tags r:id="rId15"/>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16"/>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17"/>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18"/>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ustDataLst>
      <p:tags r:id="rId19"/>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矩形 28"/>
          <p:cNvSpPr/>
          <p:nvPr/>
        </p:nvSpPr>
        <p:spPr>
          <a:xfrm>
            <a:off x="-190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sp>
        <p:nvSpPr>
          <p:cNvPr id="33" name="矩形: 圆角 2"/>
          <p:cNvSpPr/>
          <p:nvPr>
            <p:custDataLst>
              <p:tags r:id="rId1"/>
            </p:custDataLst>
          </p:nvPr>
        </p:nvSpPr>
        <p:spPr>
          <a:xfrm>
            <a:off x="617855" y="1200150"/>
            <a:ext cx="5102225" cy="2230755"/>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7" name="矩形 6"/>
          <p:cNvSpPr/>
          <p:nvPr>
            <p:custDataLst>
              <p:tags r:id="rId2"/>
            </p:custDataLst>
          </p:nvPr>
        </p:nvSpPr>
        <p:spPr>
          <a:xfrm>
            <a:off x="922655" y="2438400"/>
            <a:ext cx="4493260" cy="99314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solidFill>
                  <a:schemeClr val="tx1">
                    <a:lumMod val="85000"/>
                    <a:lumOff val="15000"/>
                  </a:schemeClr>
                </a:solidFill>
                <a:latin typeface="+mn-ea"/>
                <a:cs typeface="+mn-ea"/>
              </a:rPr>
              <a:t>增加“分享到塞上论坛”“保存到画廊”功能，强化模块间数据联动。</a:t>
            </a:r>
            <a:endParaRPr lang="zh-CN" altLang="en-US" sz="1600">
              <a:solidFill>
                <a:schemeClr val="tx1">
                  <a:lumMod val="85000"/>
                  <a:lumOff val="15000"/>
                </a:schemeClr>
              </a:solidFill>
              <a:latin typeface="+mn-ea"/>
              <a:cs typeface="+mn-ea"/>
            </a:endParaRPr>
          </a:p>
        </p:txBody>
      </p:sp>
      <p:cxnSp>
        <p:nvCxnSpPr>
          <p:cNvPr id="74" name="直接连接符 73"/>
          <p:cNvCxnSpPr/>
          <p:nvPr>
            <p:custDataLst>
              <p:tags r:id="rId3"/>
            </p:custDataLst>
          </p:nvPr>
        </p:nvCxnSpPr>
        <p:spPr>
          <a:xfrm flipV="1">
            <a:off x="838200" y="2240915"/>
            <a:ext cx="4662170" cy="0"/>
          </a:xfrm>
          <a:prstGeom prst="line">
            <a:avLst/>
          </a:prstGeom>
          <a:ln w="22225">
            <a:solidFill>
              <a:schemeClr val="accent2">
                <a:alpha val="50000"/>
              </a:schemeClr>
            </a:solidFill>
          </a:ln>
        </p:spPr>
        <p:style>
          <a:lnRef idx="2">
            <a:schemeClr val="accent1"/>
          </a:lnRef>
          <a:fillRef idx="0">
            <a:srgbClr val="FFFFFF"/>
          </a:fillRef>
          <a:effectRef idx="0">
            <a:srgbClr val="FFFFFF"/>
          </a:effectRef>
          <a:fontRef idx="minor">
            <a:schemeClr val="tx1"/>
          </a:fontRef>
        </p:style>
      </p:cxnSp>
      <p:sp>
        <p:nvSpPr>
          <p:cNvPr id="8" name="矩形 7"/>
          <p:cNvSpPr/>
          <p:nvPr>
            <p:custDataLst>
              <p:tags r:id="rId4"/>
            </p:custDataLst>
          </p:nvPr>
        </p:nvSpPr>
        <p:spPr>
          <a:xfrm>
            <a:off x="888365" y="1718945"/>
            <a:ext cx="4492625" cy="443230"/>
          </a:xfrm>
          <a:prstGeom prst="rect">
            <a:avLst/>
          </a:prstGeom>
          <a:noFill/>
        </p:spPr>
        <p:txBody>
          <a:bodyPr wrap="square" lIns="0" tIns="0" rIns="0" bIns="0" rtlCol="0" anchor="ctr" anchorCtr="0">
            <a:noAutofit/>
          </a:bodyPr>
          <a:p>
            <a:pPr>
              <a:spcBef>
                <a:spcPct val="0"/>
              </a:spcBef>
              <a:spcAft>
                <a:spcPct val="0"/>
              </a:spcAft>
            </a:pPr>
            <a:r>
              <a:rPr lang="zh-CN" altLang="en-US" sz="2200" b="1">
                <a:solidFill>
                  <a:schemeClr val="accent2"/>
                </a:solidFill>
                <a:latin typeface="+mn-ea"/>
                <a:cs typeface="+mn-ea"/>
              </a:rPr>
              <a:t>创新优化</a:t>
            </a:r>
            <a:endParaRPr lang="zh-CN" altLang="en-US" sz="2200" b="1">
              <a:solidFill>
                <a:schemeClr val="accent2"/>
              </a:solidFill>
              <a:latin typeface="+mn-ea"/>
              <a:cs typeface="+mn-ea"/>
            </a:endParaRPr>
          </a:p>
        </p:txBody>
      </p:sp>
      <p:pic>
        <p:nvPicPr>
          <p:cNvPr id="5" name="_x0000_s1029"/>
          <p:cNvPicPr/>
          <p:nvPr/>
        </p:nvPicPr>
        <p:blipFill>
          <a:blip r:embed="rId5"/>
          <a:srcRect/>
          <a:stretch>
            <a:fillRect/>
          </a:stretch>
        </p:blipFill>
        <p:spPr>
          <a:xfrm>
            <a:off x="4620895" y="2842260"/>
            <a:ext cx="7061200" cy="3719195"/>
          </a:xfrm>
          <a:prstGeom prst="rect">
            <a:avLst/>
          </a:prstGeom>
        </p:spPr>
      </p:pic>
      <p:sp>
        <p:nvSpPr>
          <p:cNvPr id="4" name="圆角矩形 3"/>
          <p:cNvSpPr/>
          <p:nvPr>
            <p:custDataLst>
              <p:tags r:id="rId6"/>
            </p:custDataLst>
          </p:nvPr>
        </p:nvSpPr>
        <p:spPr>
          <a:xfrm>
            <a:off x="838200" y="861695"/>
            <a:ext cx="793750" cy="777875"/>
          </a:xfrm>
          <a:prstGeom prst="roundRect">
            <a:avLst>
              <a:gd name="adj" fmla="val 0"/>
            </a:avLst>
          </a:prstGeom>
          <a:solidFill>
            <a:schemeClr val="accent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sz="2400" b="1">
                <a:solidFill>
                  <a:srgbClr val="FFFFFF"/>
                </a:solidFill>
                <a:latin typeface="+mn-ea"/>
                <a:cs typeface="+mn-ea"/>
                <a:sym typeface="+mn-ea"/>
              </a:rPr>
              <a:t>02</a:t>
            </a:r>
            <a:endParaRPr lang="en-US" altLang="zh-CN" sz="2400" b="1" dirty="0">
              <a:solidFill>
                <a:srgbClr val="FFFFFF"/>
              </a:solidFill>
              <a:latin typeface="+mn-ea"/>
              <a:cs typeface="+mn-ea"/>
              <a:sym typeface="+mn-ea"/>
            </a:endParaRPr>
          </a:p>
        </p:txBody>
      </p:sp>
      <p:sp>
        <p:nvSpPr>
          <p:cNvPr id="13" name="文本框 12"/>
          <p:cNvSpPr txBox="1"/>
          <p:nvPr/>
        </p:nvSpPr>
        <p:spPr>
          <a:xfrm>
            <a:off x="5415915" y="1657350"/>
            <a:ext cx="6096000" cy="583565"/>
          </a:xfrm>
          <a:prstGeom prst="rect">
            <a:avLst/>
          </a:prstGeom>
          <a:noFill/>
        </p:spPr>
        <p:txBody>
          <a:bodyPr wrap="square" rtlCol="0" anchor="t">
            <a:spAutoFit/>
          </a:bodyPr>
          <a:p>
            <a:pPr algn="ctr">
              <a:buClrTx/>
              <a:buSzTx/>
              <a:buFontTx/>
            </a:pPr>
            <a:r>
              <a:rPr lang="zh-CN" altLang="en-US" sz="3200" b="1" spc="150" dirty="0">
                <a:solidFill>
                  <a:schemeClr val="accent3">
                    <a:lumMod val="50000"/>
                  </a:schemeClr>
                </a:solidFill>
                <a:latin typeface="+mn-ea"/>
                <a:cs typeface="+mn-ea"/>
                <a:sym typeface="钉钉进步体"/>
              </a:rPr>
              <a:t>图像处理界面</a:t>
            </a:r>
            <a:endParaRPr lang="zh-CN" altLang="en-US" sz="3200" b="1" spc="150" dirty="0">
              <a:solidFill>
                <a:schemeClr val="accent3">
                  <a:lumMod val="50000"/>
                </a:schemeClr>
              </a:solidFill>
              <a:latin typeface="+mn-ea"/>
              <a:cs typeface="+mn-ea"/>
              <a:sym typeface="钉钉进步体"/>
            </a:endParaRPr>
          </a:p>
        </p:txBody>
      </p:sp>
      <p:pic>
        <p:nvPicPr>
          <p:cNvPr id="83" name="图片 8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2359"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8"/>
              </p:custDataLst>
            </p:nvPr>
          </p:nvSpPr>
          <p:spPr>
            <a:xfrm>
              <a:off x="3421614" y="352356"/>
              <a:ext cx="1014944"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2362" name="TextBox 12"/>
            <p:cNvSpPr txBox="1"/>
            <p:nvPr>
              <p:custDataLst>
                <p:tags r:id="rId9"/>
              </p:custDataLst>
            </p:nvPr>
          </p:nvSpPr>
          <p:spPr>
            <a:xfrm>
              <a:off x="6489095" y="352356"/>
              <a:ext cx="1014944"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10"/>
              </p:custDataLst>
            </p:nvPr>
          </p:nvSpPr>
          <p:spPr>
            <a:xfrm>
              <a:off x="4958163" y="352356"/>
              <a:ext cx="1009336"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11"/>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12"/>
            <a:stretch>
              <a:fillRect/>
            </a:stretch>
          </p:blipFill>
          <p:spPr>
            <a:xfrm>
              <a:off x="9945308" y="382735"/>
              <a:ext cx="216240" cy="216240"/>
            </a:xfrm>
            <a:prstGeom prst="rect">
              <a:avLst/>
            </a:prstGeom>
          </p:spPr>
        </p:pic>
        <p:sp>
          <p:nvSpPr>
            <p:cNvPr id="3" name="文本框 2"/>
            <p:cNvSpPr txBox="1"/>
            <p:nvPr/>
          </p:nvSpPr>
          <p:spPr>
            <a:xfrm>
              <a:off x="8144073" y="224155"/>
              <a:ext cx="1547649"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图像</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处理</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2" name="TextBox 12"/>
            <p:cNvSpPr txBox="1"/>
            <p:nvPr>
              <p:custDataLst>
                <p:tags r:id="rId13"/>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0" name="直接连接符 9"/>
            <p:cNvCxnSpPr/>
            <p:nvPr>
              <p:custDataLst>
                <p:tags r:id="rId14"/>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15"/>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6"/>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17"/>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073743875" name="图片 1073743874"/>
          <p:cNvPicPr>
            <a:picLocks noChangeAspect="1"/>
          </p:cNvPicPr>
          <p:nvPr/>
        </p:nvPicPr>
        <p:blipFill>
          <a:blip r:embed="rId18"/>
          <a:stretch>
            <a:fillRect/>
          </a:stretch>
        </p:blipFill>
        <p:spPr>
          <a:xfrm>
            <a:off x="46355" y="3943350"/>
            <a:ext cx="2242185" cy="2439035"/>
          </a:xfrm>
          <a:prstGeom prst="rect">
            <a:avLst/>
          </a:prstGeom>
          <a:noFill/>
          <a:ln w="9525">
            <a:noFill/>
          </a:ln>
        </p:spPr>
      </p:pic>
      <p:pic>
        <p:nvPicPr>
          <p:cNvPr id="1073743876" name="图片 2"/>
          <p:cNvPicPr>
            <a:picLocks noChangeAspect="1"/>
          </p:cNvPicPr>
          <p:nvPr/>
        </p:nvPicPr>
        <p:blipFill>
          <a:blip r:embed="rId19"/>
          <a:srcRect b="3172"/>
          <a:stretch>
            <a:fillRect/>
          </a:stretch>
        </p:blipFill>
        <p:spPr>
          <a:xfrm>
            <a:off x="2351405" y="3950335"/>
            <a:ext cx="2205990" cy="2428875"/>
          </a:xfrm>
          <a:prstGeom prst="rect">
            <a:avLst/>
          </a:prstGeom>
          <a:noFill/>
          <a:ln w="9525">
            <a:noFill/>
          </a:ln>
        </p:spPr>
      </p:pic>
    </p:spTree>
    <p:custDataLst>
      <p:tags r:id="rId2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3" name="椭圆 23"/>
          <p:cNvSpPr/>
          <p:nvPr>
            <p:custDataLst>
              <p:tags r:id="rId1"/>
            </p:custDataLst>
          </p:nvPr>
        </p:nvSpPr>
        <p:spPr>
          <a:xfrm>
            <a:off x="4260432" y="1180268"/>
            <a:ext cx="3584609" cy="1115039"/>
          </a:xfrm>
          <a:prstGeom prst="ellipse">
            <a:avLst/>
          </a:prstGeom>
          <a:gradFill>
            <a:gsLst>
              <a:gs pos="4000">
                <a:schemeClr val="accent1">
                  <a:lumMod val="60000"/>
                  <a:lumOff val="40000"/>
                  <a:alpha val="100000"/>
                </a:schemeClr>
              </a:gs>
              <a:gs pos="45000">
                <a:schemeClr val="bg1">
                  <a:lumMod val="98000"/>
                  <a:alpha val="25000"/>
                </a:schemeClr>
              </a:gs>
              <a:gs pos="100000">
                <a:schemeClr val="accent1">
                  <a:lumMod val="60000"/>
                  <a:lumOff val="40000"/>
                  <a:alpha val="100000"/>
                </a:schemeClr>
              </a:gs>
            </a:gsLst>
            <a:lin ang="16800000" scaled="0"/>
          </a:gradFill>
          <a:ln w="12700">
            <a:gradFill>
              <a:gsLst>
                <a:gs pos="0">
                  <a:schemeClr val="accent1">
                    <a:alpha val="0"/>
                  </a:schemeClr>
                </a:gs>
                <a:gs pos="73000">
                  <a:schemeClr val="accent1">
                    <a:alpha val="50000"/>
                  </a:schemeClr>
                </a:gs>
                <a:gs pos="100000">
                  <a:schemeClr val="accent1">
                    <a:alpha val="40000"/>
                  </a:schemeClr>
                </a:gs>
                <a:gs pos="57000">
                  <a:schemeClr val="accent1">
                    <a:alpha val="20000"/>
                  </a:schemeClr>
                </a:gs>
                <a:gs pos="44000">
                  <a:schemeClr val="accent1">
                    <a:alpha val="0"/>
                  </a:schemeClr>
                </a:gs>
              </a:gsLst>
              <a:lin ang="576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7" name="弧形 24"/>
          <p:cNvSpPr/>
          <p:nvPr>
            <p:custDataLst>
              <p:tags r:id="rId2"/>
            </p:custDataLst>
          </p:nvPr>
        </p:nvSpPr>
        <p:spPr>
          <a:xfrm rot="10800000">
            <a:off x="3725692" y="1128253"/>
            <a:ext cx="4651438" cy="1489828"/>
          </a:xfrm>
          <a:prstGeom prst="arc">
            <a:avLst>
              <a:gd name="adj1" fmla="val 9688906"/>
              <a:gd name="adj2" fmla="val 1102107"/>
            </a:avLst>
          </a:prstGeom>
          <a:ln w="1905">
            <a:gradFill>
              <a:gsLst>
                <a:gs pos="100000">
                  <a:schemeClr val="accent1">
                    <a:alpha val="0"/>
                  </a:schemeClr>
                </a:gs>
                <a:gs pos="20000">
                  <a:schemeClr val="accent1">
                    <a:alpha val="41000"/>
                  </a:schemeClr>
                </a:gs>
                <a:gs pos="0">
                  <a:schemeClr val="accent1">
                    <a:alpha val="65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latin typeface="+mn-ea"/>
            </a:endParaRPr>
          </a:p>
        </p:txBody>
      </p:sp>
      <p:sp>
        <p:nvSpPr>
          <p:cNvPr id="12" name="任意多边形 15"/>
          <p:cNvSpPr/>
          <p:nvPr>
            <p:custDataLst>
              <p:tags r:id="rId3"/>
            </p:custDataLst>
          </p:nvPr>
        </p:nvSpPr>
        <p:spPr>
          <a:xfrm>
            <a:off x="4717150" y="1170753"/>
            <a:ext cx="2669301" cy="41289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433" h="531">
                <a:moveTo>
                  <a:pt x="1716" y="0"/>
                </a:moveTo>
                <a:cubicBezTo>
                  <a:pt x="2424" y="0"/>
                  <a:pt x="3048" y="102"/>
                  <a:pt x="3416" y="258"/>
                </a:cubicBezTo>
                <a:lnTo>
                  <a:pt x="3433" y="266"/>
                </a:lnTo>
                <a:lnTo>
                  <a:pt x="3416" y="273"/>
                </a:lnTo>
                <a:cubicBezTo>
                  <a:pt x="3048" y="429"/>
                  <a:pt x="2424" y="531"/>
                  <a:pt x="1716" y="531"/>
                </a:cubicBezTo>
                <a:cubicBezTo>
                  <a:pt x="1009" y="531"/>
                  <a:pt x="385" y="429"/>
                  <a:pt x="17" y="273"/>
                </a:cubicBezTo>
                <a:lnTo>
                  <a:pt x="0" y="266"/>
                </a:lnTo>
                <a:lnTo>
                  <a:pt x="17" y="258"/>
                </a:lnTo>
                <a:cubicBezTo>
                  <a:pt x="385" y="102"/>
                  <a:pt x="1009" y="0"/>
                  <a:pt x="1716" y="0"/>
                </a:cubicBezTo>
                <a:close/>
              </a:path>
            </a:pathLst>
          </a:custGeom>
          <a:solidFill>
            <a:schemeClr val="accent1">
              <a:lumMod val="20000"/>
              <a:lumOff val="80000"/>
              <a:alpha val="44000"/>
            </a:schemeClr>
          </a:solidFill>
          <a:ln w="6350">
            <a:no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13" name="任意多边形 3"/>
          <p:cNvSpPr/>
          <p:nvPr>
            <p:custDataLst>
              <p:tags r:id="rId4"/>
            </p:custDataLst>
          </p:nvPr>
        </p:nvSpPr>
        <p:spPr>
          <a:xfrm>
            <a:off x="4458343" y="1128888"/>
            <a:ext cx="3187269" cy="952526"/>
          </a:xfrm>
          <a:custGeom>
            <a:avLst/>
            <a:gdLst/>
            <a:ahLst/>
            <a:cxnLst>
              <a:cxn ang="3">
                <a:pos x="hc" y="t"/>
              </a:cxn>
              <a:cxn ang="cd2">
                <a:pos x="l" y="vc"/>
              </a:cxn>
              <a:cxn ang="cd4">
                <a:pos x="hc" y="b"/>
              </a:cxn>
              <a:cxn ang="0">
                <a:pos x="r" y="vc"/>
              </a:cxn>
            </a:cxnLst>
            <a:rect l="l" t="t" r="r" b="b"/>
            <a:pathLst>
              <a:path w="4099" h="1225">
                <a:moveTo>
                  <a:pt x="0" y="0"/>
                </a:moveTo>
                <a:lnTo>
                  <a:pt x="0" y="0"/>
                </a:lnTo>
                <a:lnTo>
                  <a:pt x="1" y="15"/>
                </a:lnTo>
                <a:cubicBezTo>
                  <a:pt x="29" y="331"/>
                  <a:pt x="935" y="585"/>
                  <a:pt x="2050" y="585"/>
                </a:cubicBezTo>
                <a:cubicBezTo>
                  <a:pt x="3164" y="585"/>
                  <a:pt x="4070" y="331"/>
                  <a:pt x="4098" y="15"/>
                </a:cubicBezTo>
                <a:lnTo>
                  <a:pt x="4099" y="0"/>
                </a:lnTo>
                <a:lnTo>
                  <a:pt x="4099" y="0"/>
                </a:lnTo>
                <a:lnTo>
                  <a:pt x="4099" y="640"/>
                </a:lnTo>
                <a:lnTo>
                  <a:pt x="4099" y="642"/>
                </a:lnTo>
                <a:lnTo>
                  <a:pt x="4099" y="642"/>
                </a:lnTo>
                <a:lnTo>
                  <a:pt x="4098" y="655"/>
                </a:lnTo>
                <a:cubicBezTo>
                  <a:pt x="4070" y="971"/>
                  <a:pt x="3164" y="1225"/>
                  <a:pt x="2050" y="1225"/>
                </a:cubicBezTo>
                <a:cubicBezTo>
                  <a:pt x="935" y="1225"/>
                  <a:pt x="29" y="971"/>
                  <a:pt x="1" y="655"/>
                </a:cubicBezTo>
                <a:lnTo>
                  <a:pt x="0" y="642"/>
                </a:lnTo>
                <a:lnTo>
                  <a:pt x="0" y="642"/>
                </a:lnTo>
                <a:lnTo>
                  <a:pt x="0" y="640"/>
                </a:lnTo>
                <a:lnTo>
                  <a:pt x="0" y="0"/>
                </a:lnTo>
                <a:close/>
              </a:path>
            </a:pathLst>
          </a:custGeom>
          <a:gradFill>
            <a:gsLst>
              <a:gs pos="0">
                <a:schemeClr val="accent1">
                  <a:lumMod val="80000"/>
                  <a:lumOff val="20000"/>
                  <a:alpha val="60000"/>
                </a:schemeClr>
              </a:gs>
              <a:gs pos="77000">
                <a:schemeClr val="accent1">
                  <a:lumMod val="30000"/>
                  <a:lumOff val="70000"/>
                  <a:alpha val="50000"/>
                </a:schemeClr>
              </a:gs>
              <a:gs pos="100000">
                <a:schemeClr val="accent1">
                  <a:lumMod val="62000"/>
                  <a:lumOff val="38000"/>
                  <a:alpha val="50000"/>
                </a:schemeClr>
              </a:gs>
            </a:gsLst>
            <a:lin ang="16800000" scaled="0"/>
          </a:gradFill>
          <a:ln w="9525">
            <a:gradFill>
              <a:gsLst>
                <a:gs pos="0">
                  <a:schemeClr val="accent1">
                    <a:alpha val="0"/>
                  </a:schemeClr>
                </a:gs>
                <a:gs pos="73000">
                  <a:schemeClr val="accent1">
                    <a:alpha val="25000"/>
                  </a:schemeClr>
                </a:gs>
                <a:gs pos="100000">
                  <a:schemeClr val="accent1">
                    <a:alpha val="40000"/>
                  </a:schemeClr>
                </a:gs>
                <a:gs pos="57000">
                  <a:schemeClr val="accent1">
                    <a:alpha val="20000"/>
                  </a:schemeClr>
                </a:gs>
                <a:gs pos="44000">
                  <a:schemeClr val="accent1">
                    <a:alpha val="0"/>
                  </a:schemeClr>
                </a:gs>
              </a:gsLst>
              <a:lin ang="540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19" name="椭圆 31"/>
          <p:cNvSpPr/>
          <p:nvPr>
            <p:custDataLst>
              <p:tags r:id="rId5"/>
            </p:custDataLst>
          </p:nvPr>
        </p:nvSpPr>
        <p:spPr>
          <a:xfrm>
            <a:off x="4458343" y="1170753"/>
            <a:ext cx="3187269" cy="910537"/>
          </a:xfrm>
          <a:prstGeom prst="ellipse">
            <a:avLst/>
          </a:prstGeom>
          <a:noFill/>
          <a:ln w="6350">
            <a:gradFill>
              <a:gsLst>
                <a:gs pos="0">
                  <a:schemeClr val="accent1">
                    <a:alpha val="5000"/>
                  </a:schemeClr>
                </a:gs>
                <a:gs pos="64000">
                  <a:schemeClr val="accent1">
                    <a:alpha val="25000"/>
                  </a:schemeClr>
                </a:gs>
                <a:gs pos="100000">
                  <a:schemeClr val="accent1">
                    <a:alpha val="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20" name="椭圆 32"/>
          <p:cNvSpPr/>
          <p:nvPr>
            <p:custDataLst>
              <p:tags r:id="rId6"/>
            </p:custDataLst>
          </p:nvPr>
        </p:nvSpPr>
        <p:spPr>
          <a:xfrm>
            <a:off x="4458343" y="673439"/>
            <a:ext cx="3187269" cy="910537"/>
          </a:xfrm>
          <a:prstGeom prst="ellipse">
            <a:avLst/>
          </a:prstGeom>
          <a:gradFill>
            <a:gsLst>
              <a:gs pos="0">
                <a:schemeClr val="accent1">
                  <a:alpha val="0"/>
                </a:schemeClr>
              </a:gs>
              <a:gs pos="37000">
                <a:schemeClr val="bg2"/>
              </a:gs>
              <a:gs pos="81000">
                <a:schemeClr val="bg2"/>
              </a:gs>
              <a:gs pos="100000">
                <a:schemeClr val="accent1">
                  <a:lumMod val="60000"/>
                  <a:lumOff val="40000"/>
                  <a:alpha val="100000"/>
                </a:schemeClr>
              </a:gs>
            </a:gsLst>
            <a:lin ang="4620000" scaled="0"/>
          </a:gradFill>
          <a:ln w="6350">
            <a:gradFill>
              <a:gsLst>
                <a:gs pos="0">
                  <a:schemeClr val="accent1">
                    <a:alpha val="20000"/>
                  </a:schemeClr>
                </a:gs>
                <a:gs pos="73000">
                  <a:schemeClr val="accent1">
                    <a:alpha val="25000"/>
                  </a:schemeClr>
                </a:gs>
                <a:gs pos="100000">
                  <a:schemeClr val="accent1">
                    <a:alpha val="4000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a:solidFill>
                <a:schemeClr val="lt1"/>
              </a:solidFill>
              <a:latin typeface="+mn-ea"/>
              <a:sym typeface="+mn-ea"/>
            </a:endParaRPr>
          </a:p>
        </p:txBody>
      </p:sp>
      <p:sp>
        <p:nvSpPr>
          <p:cNvPr id="21" name="椭圆 34"/>
          <p:cNvSpPr/>
          <p:nvPr>
            <p:custDataLst>
              <p:tags r:id="rId7"/>
            </p:custDataLst>
          </p:nvPr>
        </p:nvSpPr>
        <p:spPr>
          <a:xfrm>
            <a:off x="4715882" y="1057208"/>
            <a:ext cx="2671738" cy="248045"/>
          </a:xfrm>
          <a:prstGeom prst="ellipse">
            <a:avLst/>
          </a:prstGeom>
          <a:gradFill>
            <a:gsLst>
              <a:gs pos="0">
                <a:schemeClr val="accent1">
                  <a:alpha val="53000"/>
                </a:schemeClr>
              </a:gs>
              <a:gs pos="66000">
                <a:schemeClr val="bg1">
                  <a:alpha val="19000"/>
                </a:schemeClr>
              </a:gs>
              <a:gs pos="25000">
                <a:schemeClr val="accent1">
                  <a:alpha val="31000"/>
                </a:schemeClr>
              </a:gs>
            </a:gsLst>
            <a:path path="circle">
              <a:fillToRect l="50000" t="50000" r="50000" b="50000"/>
            </a:path>
            <a:tileRect/>
          </a:gra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latin typeface="+mn-ea"/>
            </a:endParaRPr>
          </a:p>
        </p:txBody>
      </p:sp>
      <p:sp>
        <p:nvSpPr>
          <p:cNvPr id="22" name="矩形 1"/>
          <p:cNvSpPr/>
          <p:nvPr>
            <p:custDataLst>
              <p:tags r:id="rId8"/>
            </p:custDataLst>
          </p:nvPr>
        </p:nvSpPr>
        <p:spPr>
          <a:xfrm>
            <a:off x="4362450" y="796925"/>
            <a:ext cx="3282950" cy="698500"/>
          </a:xfrm>
          <a:prstGeom prst="rect">
            <a:avLst/>
          </a:prstGeom>
          <a:noFill/>
        </p:spPr>
        <p:txBody>
          <a:bodyPr wrap="square" rtlCol="0" anchor="b" anchorCtr="0">
            <a:noAutofit/>
          </a:bodyPr>
          <a:lstStyle/>
          <a:p>
            <a:pPr algn="ctr">
              <a:spcBef>
                <a:spcPct val="0"/>
              </a:spcBef>
              <a:spcAft>
                <a:spcPct val="0"/>
              </a:spcAft>
            </a:pPr>
            <a:r>
              <a:rPr lang="en-US" altLang="zh-CN" sz="3200" b="1" dirty="0">
                <a:ln w="0">
                  <a:noFill/>
                </a:ln>
                <a:solidFill>
                  <a:schemeClr val="accent1"/>
                </a:solidFill>
                <a:latin typeface="+mn-ea"/>
                <a:cs typeface="+mn-ea"/>
                <a:sym typeface="+mn-ea"/>
              </a:rPr>
              <a:t>AI </a:t>
            </a:r>
            <a:r>
              <a:rPr lang="zh-CN" altLang="en-US" sz="3200" b="1" dirty="0">
                <a:ln w="0">
                  <a:noFill/>
                </a:ln>
                <a:solidFill>
                  <a:schemeClr val="accent1"/>
                </a:solidFill>
                <a:latin typeface="+mn-ea"/>
                <a:cs typeface="+mn-ea"/>
                <a:sym typeface="+mn-ea"/>
              </a:rPr>
              <a:t>交互功能迭代</a:t>
            </a:r>
            <a:endParaRPr lang="zh-CN" altLang="en-US" sz="3200" b="1" dirty="0">
              <a:ln w="0">
                <a:noFill/>
              </a:ln>
              <a:solidFill>
                <a:schemeClr val="accent1"/>
              </a:solidFill>
              <a:latin typeface="+mn-ea"/>
              <a:cs typeface="+mn-ea"/>
              <a:sym typeface="+mn-ea"/>
            </a:endParaRPr>
          </a:p>
        </p:txBody>
      </p:sp>
      <p:sp>
        <p:nvSpPr>
          <p:cNvPr id="23" name="弧形 36"/>
          <p:cNvSpPr/>
          <p:nvPr>
            <p:custDataLst>
              <p:tags r:id="rId9"/>
            </p:custDataLst>
          </p:nvPr>
        </p:nvSpPr>
        <p:spPr>
          <a:xfrm rot="10800000">
            <a:off x="3419310" y="932245"/>
            <a:ext cx="5264165" cy="1685776"/>
          </a:xfrm>
          <a:prstGeom prst="arc">
            <a:avLst>
              <a:gd name="adj1" fmla="val 9741748"/>
              <a:gd name="adj2" fmla="val 1074510"/>
            </a:avLst>
          </a:prstGeom>
          <a:ln w="9525">
            <a:gradFill>
              <a:gsLst>
                <a:gs pos="100000">
                  <a:schemeClr val="bg2"/>
                </a:gs>
                <a:gs pos="39000">
                  <a:schemeClr val="accent1">
                    <a:alpha val="62000"/>
                  </a:schemeClr>
                </a:gs>
                <a:gs pos="20000">
                  <a:schemeClr val="accent1">
                    <a:alpha val="54000"/>
                  </a:schemeClr>
                </a:gs>
                <a:gs pos="0">
                  <a:schemeClr val="accent1">
                    <a:lumMod val="50000"/>
                    <a:lumOff val="50000"/>
                    <a:alpha val="100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latin typeface="+mn-ea"/>
            </a:endParaRPr>
          </a:p>
        </p:txBody>
      </p:sp>
      <p:sp>
        <p:nvSpPr>
          <p:cNvPr id="26" name="等腰三角形 37"/>
          <p:cNvSpPr/>
          <p:nvPr>
            <p:custDataLst>
              <p:tags r:id="rId10"/>
            </p:custDataLst>
          </p:nvPr>
        </p:nvSpPr>
        <p:spPr>
          <a:xfrm rot="4080000">
            <a:off x="3673677" y="1263366"/>
            <a:ext cx="134520" cy="246491"/>
          </a:xfrm>
          <a:prstGeom prst="triangle">
            <a:avLst>
              <a:gd name="adj" fmla="val 29196"/>
            </a:avLst>
          </a:prstGeom>
          <a:gradFill>
            <a:gsLst>
              <a:gs pos="1000">
                <a:schemeClr val="accent1">
                  <a:lumMod val="40000"/>
                  <a:lumOff val="60000"/>
                  <a:alpha val="100000"/>
                </a:schemeClr>
              </a:gs>
              <a:gs pos="86000">
                <a:schemeClr val="accent1">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27" name="等腰三角形 38"/>
          <p:cNvSpPr/>
          <p:nvPr>
            <p:custDataLst>
              <p:tags r:id="rId11"/>
            </p:custDataLst>
          </p:nvPr>
        </p:nvSpPr>
        <p:spPr>
          <a:xfrm rot="16680000">
            <a:off x="4863046" y="2420384"/>
            <a:ext cx="134520" cy="246491"/>
          </a:xfrm>
          <a:prstGeom prst="triangle">
            <a:avLst>
              <a:gd name="adj" fmla="val 62096"/>
            </a:avLst>
          </a:prstGeom>
          <a:gradFill>
            <a:gsLst>
              <a:gs pos="1000">
                <a:schemeClr val="accent1">
                  <a:lumMod val="60000"/>
                  <a:lumOff val="40000"/>
                  <a:alpha val="100000"/>
                </a:schemeClr>
              </a:gs>
              <a:gs pos="86000">
                <a:schemeClr val="accent1">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28" name="等腰三角形 39"/>
          <p:cNvSpPr/>
          <p:nvPr>
            <p:custDataLst>
              <p:tags r:id="rId12"/>
            </p:custDataLst>
          </p:nvPr>
        </p:nvSpPr>
        <p:spPr>
          <a:xfrm rot="15600000">
            <a:off x="6936038" y="2443220"/>
            <a:ext cx="134520" cy="246491"/>
          </a:xfrm>
          <a:prstGeom prst="triangle">
            <a:avLst>
              <a:gd name="adj" fmla="val 60926"/>
            </a:avLst>
          </a:prstGeom>
          <a:gradFill>
            <a:gsLst>
              <a:gs pos="1000">
                <a:schemeClr val="accent1">
                  <a:lumMod val="60000"/>
                  <a:lumOff val="40000"/>
                  <a:alpha val="100000"/>
                </a:schemeClr>
              </a:gs>
              <a:gs pos="86000">
                <a:schemeClr val="accent1">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29" name="等腰三角形 40"/>
          <p:cNvSpPr/>
          <p:nvPr>
            <p:custDataLst>
              <p:tags r:id="rId13"/>
            </p:custDataLst>
          </p:nvPr>
        </p:nvSpPr>
        <p:spPr>
          <a:xfrm rot="19080000" flipV="1">
            <a:off x="8375333" y="1329970"/>
            <a:ext cx="134520" cy="246491"/>
          </a:xfrm>
          <a:prstGeom prst="triangle">
            <a:avLst>
              <a:gd name="adj" fmla="val 83002"/>
            </a:avLst>
          </a:prstGeom>
          <a:gradFill>
            <a:gsLst>
              <a:gs pos="1000">
                <a:schemeClr val="accent1">
                  <a:lumMod val="40000"/>
                  <a:lumOff val="60000"/>
                  <a:alpha val="100000"/>
                </a:schemeClr>
              </a:gs>
              <a:gs pos="86000">
                <a:schemeClr val="accent1">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34" name="弧形 41"/>
          <p:cNvSpPr/>
          <p:nvPr>
            <p:custDataLst>
              <p:tags r:id="rId14"/>
            </p:custDataLst>
          </p:nvPr>
        </p:nvSpPr>
        <p:spPr>
          <a:xfrm rot="10800000">
            <a:off x="2329180" y="-111760"/>
            <a:ext cx="7472045" cy="3089910"/>
          </a:xfrm>
          <a:prstGeom prst="arc">
            <a:avLst>
              <a:gd name="adj1" fmla="val 9452879"/>
              <a:gd name="adj2" fmla="val 1362437"/>
            </a:avLst>
          </a:prstGeom>
          <a:noFill/>
          <a:ln w="31750">
            <a:gradFill>
              <a:gsLst>
                <a:gs pos="0">
                  <a:schemeClr val="accent2">
                    <a:alpha val="0"/>
                  </a:schemeClr>
                </a:gs>
                <a:gs pos="73000">
                  <a:schemeClr val="accent2">
                    <a:alpha val="25000"/>
                  </a:schemeClr>
                </a:gs>
                <a:gs pos="100000">
                  <a:schemeClr val="accent2">
                    <a:alpha val="40000"/>
                  </a:schemeClr>
                </a:gs>
                <a:gs pos="57000">
                  <a:schemeClr val="accent2">
                    <a:alpha val="20000"/>
                  </a:schemeClr>
                </a:gs>
                <a:gs pos="44000">
                  <a:schemeClr val="accent2">
                    <a:alpha val="5000"/>
                  </a:schemeClr>
                </a:gs>
              </a:gsLst>
              <a:lin ang="16200000" scaled="0"/>
            </a:gradFill>
          </a:ln>
          <a:effectLst>
            <a:outerShdw blurRad="901700" dist="317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43" name="矩形 2"/>
          <p:cNvSpPr/>
          <p:nvPr>
            <p:custDataLst>
              <p:tags r:id="rId15"/>
            </p:custDataLst>
          </p:nvPr>
        </p:nvSpPr>
        <p:spPr>
          <a:xfrm>
            <a:off x="721995" y="3090545"/>
            <a:ext cx="4992370" cy="1213485"/>
          </a:xfrm>
          <a:prstGeom prst="rect">
            <a:avLst/>
          </a:prstGeom>
          <a:noFill/>
        </p:spPr>
        <p:txBody>
          <a:bodyPr wrap="square" lIns="0" tIns="0" rIns="0" bIns="0" rtlCol="0" anchor="t" anchorCtr="0">
            <a:noAutofit/>
          </a:bodyPr>
          <a:lstStyle/>
          <a:p>
            <a:pPr algn="just">
              <a:lnSpc>
                <a:spcPct val="130000"/>
              </a:lnSpc>
              <a:spcBef>
                <a:spcPct val="0"/>
              </a:spcBef>
              <a:spcAft>
                <a:spcPct val="0"/>
              </a:spcAft>
            </a:pPr>
            <a:r>
              <a:rPr lang="zh-CN" altLang="en-US" sz="1600" dirty="0">
                <a:solidFill>
                  <a:schemeClr val="tx1">
                    <a:lumMod val="85000"/>
                    <a:lumOff val="15000"/>
                  </a:schemeClr>
                </a:solidFill>
                <a:latin typeface="+mn-ea"/>
                <a:cs typeface="+mn-ea"/>
                <a:sym typeface="+mn-ea"/>
              </a:rPr>
              <a:t>功能升级：增设知识库模块，拓展搜索功能，涵盖</a:t>
            </a:r>
            <a:r>
              <a:rPr lang="en-US" altLang="zh-CN" sz="1600" dirty="0">
                <a:solidFill>
                  <a:schemeClr val="tx1">
                    <a:lumMod val="85000"/>
                    <a:lumOff val="15000"/>
                  </a:schemeClr>
                </a:solidFill>
                <a:latin typeface="+mn-ea"/>
                <a:cs typeface="+mn-ea"/>
                <a:sym typeface="+mn-ea"/>
              </a:rPr>
              <a:t>B</a:t>
            </a:r>
            <a:r>
              <a:rPr lang="zh-CN" altLang="en-US" sz="1600" dirty="0">
                <a:solidFill>
                  <a:schemeClr val="tx1">
                    <a:lumMod val="85000"/>
                    <a:lumOff val="15000"/>
                  </a:schemeClr>
                </a:solidFill>
                <a:latin typeface="+mn-ea"/>
                <a:cs typeface="+mn-ea"/>
                <a:sym typeface="+mn-ea"/>
              </a:rPr>
              <a:t>站视频平台搜索以及联网问答功能，提升大模型信息获取处理能力，为用户提供更加丰富、准确且高效的服务。</a:t>
            </a:r>
            <a:endParaRPr lang="zh-CN" altLang="en-US" sz="1600" dirty="0">
              <a:solidFill>
                <a:schemeClr val="tx1">
                  <a:lumMod val="85000"/>
                  <a:lumOff val="15000"/>
                </a:schemeClr>
              </a:solidFill>
              <a:latin typeface="+mn-ea"/>
              <a:cs typeface="+mn-ea"/>
              <a:sym typeface="+mn-ea"/>
            </a:endParaRPr>
          </a:p>
        </p:txBody>
      </p:sp>
      <p:sp>
        <p:nvSpPr>
          <p:cNvPr id="50" name="矩形 3"/>
          <p:cNvSpPr/>
          <p:nvPr>
            <p:custDataLst>
              <p:tags r:id="rId16"/>
            </p:custDataLst>
          </p:nvPr>
        </p:nvSpPr>
        <p:spPr>
          <a:xfrm>
            <a:off x="7180593" y="3160222"/>
            <a:ext cx="4162002" cy="1213675"/>
          </a:xfrm>
          <a:prstGeom prst="rect">
            <a:avLst/>
          </a:prstGeom>
          <a:noFill/>
        </p:spPr>
        <p:txBody>
          <a:bodyPr wrap="square" lIns="0" tIns="0" rIns="0" bIns="0" rtlCol="0" anchor="t" anchorCtr="0">
            <a:noAutofit/>
          </a:bodyPr>
          <a:lstStyle/>
          <a:p>
            <a:pPr algn="just">
              <a:lnSpc>
                <a:spcPct val="130000"/>
              </a:lnSpc>
              <a:spcBef>
                <a:spcPct val="0"/>
              </a:spcBef>
              <a:spcAft>
                <a:spcPct val="0"/>
              </a:spcAft>
            </a:pPr>
            <a:r>
              <a:rPr lang="zh-CN" altLang="en-US" sz="1600" dirty="0">
                <a:solidFill>
                  <a:schemeClr val="tx1">
                    <a:lumMod val="85000"/>
                    <a:lumOff val="15000"/>
                  </a:schemeClr>
                </a:solidFill>
                <a:latin typeface="+mn-ea"/>
                <a:cs typeface="+mn-ea"/>
                <a:sym typeface="+mn-ea"/>
              </a:rPr>
              <a:t>体验优化：增设背景板、语音对话、文字转语音功能，增强用户交互沉浸感。</a:t>
            </a:r>
            <a:endParaRPr lang="zh-CN" altLang="en-US" sz="1600" dirty="0">
              <a:solidFill>
                <a:schemeClr val="tx1">
                  <a:lumMod val="85000"/>
                  <a:lumOff val="15000"/>
                </a:schemeClr>
              </a:solidFill>
              <a:latin typeface="+mn-ea"/>
              <a:cs typeface="+mn-ea"/>
              <a:sym typeface="+mn-ea"/>
            </a:endParaRPr>
          </a:p>
        </p:txBody>
      </p:sp>
      <p:pic>
        <p:nvPicPr>
          <p:cNvPr id="4" name="_x0000_s1033"/>
          <p:cNvPicPr/>
          <p:nvPr/>
        </p:nvPicPr>
        <p:blipFill>
          <a:blip r:embed="rId17"/>
          <a:srcRect/>
          <a:stretch>
            <a:fillRect/>
          </a:stretch>
        </p:blipFill>
        <p:spPr>
          <a:xfrm>
            <a:off x="6605270" y="4170045"/>
            <a:ext cx="5223510" cy="2470150"/>
          </a:xfrm>
          <a:prstGeom prst="rect">
            <a:avLst/>
          </a:prstGeom>
        </p:spPr>
      </p:pic>
      <p:pic>
        <p:nvPicPr>
          <p:cNvPr id="8" name="_x0000_s1032"/>
          <p:cNvPicPr/>
          <p:nvPr/>
        </p:nvPicPr>
        <p:blipFill>
          <a:blip r:embed="rId18"/>
          <a:srcRect/>
          <a:stretch>
            <a:fillRect/>
          </a:stretch>
        </p:blipFill>
        <p:spPr>
          <a:xfrm>
            <a:off x="348615" y="4170045"/>
            <a:ext cx="5611495" cy="2480310"/>
          </a:xfrm>
          <a:prstGeom prst="rect">
            <a:avLst/>
          </a:prstGeom>
        </p:spPr>
      </p:pic>
      <p:pic>
        <p:nvPicPr>
          <p:cNvPr id="83" name="图片 8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2359"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20"/>
              </p:custDataLst>
            </p:nvPr>
          </p:nvSpPr>
          <p:spPr>
            <a:xfrm>
              <a:off x="3421614" y="352356"/>
              <a:ext cx="1014944"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2362" name="TextBox 12"/>
            <p:cNvSpPr txBox="1"/>
            <p:nvPr>
              <p:custDataLst>
                <p:tags r:id="rId21"/>
              </p:custDataLst>
            </p:nvPr>
          </p:nvSpPr>
          <p:spPr>
            <a:xfrm>
              <a:off x="6489095" y="352356"/>
              <a:ext cx="1014944"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22"/>
              </p:custDataLst>
            </p:nvPr>
          </p:nvSpPr>
          <p:spPr>
            <a:xfrm>
              <a:off x="4958163" y="352356"/>
              <a:ext cx="1009336"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23"/>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24"/>
            <a:stretch>
              <a:fillRect/>
            </a:stretch>
          </p:blipFill>
          <p:spPr>
            <a:xfrm>
              <a:off x="9945308" y="382735"/>
              <a:ext cx="216240" cy="216240"/>
            </a:xfrm>
            <a:prstGeom prst="rect">
              <a:avLst/>
            </a:prstGeom>
          </p:spPr>
        </p:pic>
        <p:sp>
          <p:nvSpPr>
            <p:cNvPr id="5" name="文本框 4"/>
            <p:cNvSpPr txBox="1"/>
            <p:nvPr/>
          </p:nvSpPr>
          <p:spPr>
            <a:xfrm>
              <a:off x="8144073" y="224155"/>
              <a:ext cx="1217512"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AI</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交互</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6" name="TextBox 12"/>
            <p:cNvSpPr txBox="1"/>
            <p:nvPr>
              <p:custDataLst>
                <p:tags r:id="rId25"/>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0" name="直接连接符 9"/>
            <p:cNvCxnSpPr/>
            <p:nvPr>
              <p:custDataLst>
                <p:tags r:id="rId26"/>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27"/>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28"/>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29"/>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ustDataLst>
      <p:tags r:id="rId30"/>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graphicFrame>
        <p:nvGraphicFramePr>
          <p:cNvPr id="4" name="表格 3"/>
          <p:cNvGraphicFramePr/>
          <p:nvPr/>
        </p:nvGraphicFramePr>
        <p:xfrm>
          <a:off x="565467" y="2261773"/>
          <a:ext cx="11061065" cy="3354705"/>
        </p:xfrm>
        <a:graphic>
          <a:graphicData uri="http://schemas.openxmlformats.org/drawingml/2006/table">
            <a:tbl>
              <a:tblPr firstRow="1">
                <a:tableStyleId>{CF56111A-F73F-402F-8B74-B6CCD9602F67}</a:tableStyleId>
              </a:tblPr>
              <a:tblGrid>
                <a:gridCol w="1574800"/>
                <a:gridCol w="3574415"/>
                <a:gridCol w="3311525"/>
                <a:gridCol w="2600325"/>
              </a:tblGrid>
              <a:tr h="521970">
                <a:tc>
                  <a:txBody>
                    <a:bodyPr/>
                    <a:p>
                      <a:pPr marL="0" indent="0" algn="ctr">
                        <a:lnSpc>
                          <a:spcPct val="120000"/>
                        </a:lnSpc>
                      </a:pPr>
                      <a:r>
                        <a:rPr lang="zh-CN" altLang="en-US" sz="1400" spc="120"/>
                        <a:t>问题类别</a:t>
                      </a:r>
                      <a:endParaRPr lang="zh-CN" altLang="en-US" sz="1400" spc="120"/>
                    </a:p>
                  </a:txBody>
                  <a:tcPr marL="254000" marR="254000" marT="127000" marB="127000" anchor="ctr" anchorCtr="0"/>
                </a:tc>
                <a:tc>
                  <a:txBody>
                    <a:bodyPr/>
                    <a:p>
                      <a:pPr marL="0" indent="0" algn="l">
                        <a:lnSpc>
                          <a:spcPct val="120000"/>
                        </a:lnSpc>
                      </a:pPr>
                      <a:r>
                        <a:rPr lang="zh-CN" altLang="en-US" sz="1400" spc="120"/>
                        <a:t>问题描述</a:t>
                      </a:r>
                      <a:endParaRPr lang="zh-CN" altLang="en-US" sz="1400" spc="120"/>
                    </a:p>
                  </a:txBody>
                  <a:tcPr marL="254000" marR="254000" marT="127000" marB="127000" anchor="ctr" anchorCtr="0"/>
                </a:tc>
                <a:tc>
                  <a:txBody>
                    <a:bodyPr/>
                    <a:p>
                      <a:pPr marL="0" indent="0" algn="l">
                        <a:lnSpc>
                          <a:spcPct val="120000"/>
                        </a:lnSpc>
                      </a:pPr>
                      <a:r>
                        <a:rPr lang="zh-CN" altLang="en-US" sz="1400" spc="120"/>
                        <a:t>改进措施</a:t>
                      </a:r>
                      <a:endParaRPr lang="zh-CN" altLang="en-US" sz="1400" spc="120"/>
                    </a:p>
                  </a:txBody>
                  <a:tcPr marL="254000" marR="254000" marT="127000" marB="127000" anchor="ctr" anchorCtr="0"/>
                </a:tc>
                <a:tc>
                  <a:txBody>
                    <a:bodyPr/>
                    <a:p>
                      <a:pPr marL="0" indent="0" algn="l">
                        <a:lnSpc>
                          <a:spcPct val="120000"/>
                        </a:lnSpc>
                      </a:pPr>
                      <a:r>
                        <a:rPr lang="zh-CN" altLang="en-US" sz="1400" spc="120"/>
                        <a:t>进展与成效</a:t>
                      </a:r>
                      <a:endParaRPr lang="zh-CN" altLang="en-US" sz="1400" spc="120"/>
                    </a:p>
                  </a:txBody>
                  <a:tcPr marL="254000" marR="254000" marT="127000" marB="127000" anchor="ctr" anchorCtr="0"/>
                </a:tc>
              </a:tr>
              <a:tr h="708025">
                <a:tc>
                  <a:txBody>
                    <a:bodyPr/>
                    <a:p>
                      <a:pPr marL="0" indent="0" algn="ctr">
                        <a:lnSpc>
                          <a:spcPct val="120000"/>
                        </a:lnSpc>
                      </a:pPr>
                      <a:r>
                        <a:rPr lang="zh-CN" altLang="en-US" sz="1200"/>
                        <a:t>进度延迟</a:t>
                      </a:r>
                      <a:endParaRPr lang="zh-CN" altLang="en-US" sz="1200"/>
                    </a:p>
                  </a:txBody>
                  <a:tcPr marL="254000" marR="254000" marT="127000" marB="127000" anchor="ctr" anchorCtr="0"/>
                </a:tc>
                <a:tc>
                  <a:txBody>
                    <a:bodyPr/>
                    <a:p>
                      <a:pPr marL="0" indent="0" algn="l">
                        <a:lnSpc>
                          <a:spcPct val="120000"/>
                        </a:lnSpc>
                      </a:pPr>
                      <a:r>
                        <a:rPr lang="zh-CN" altLang="en-US" sz="1200"/>
                        <a:t>论坛功能完成 80%、AI 交互完成 50%，滞后 2 周</a:t>
                      </a:r>
                      <a:endParaRPr lang="zh-CN" altLang="en-US" sz="1200"/>
                    </a:p>
                  </a:txBody>
                  <a:tcPr marL="254000" marR="254000" marT="127000" marB="127000" anchor="ctr" anchorCtr="0"/>
                </a:tc>
                <a:tc>
                  <a:txBody>
                    <a:bodyPr/>
                    <a:p>
                      <a:pPr marL="0" indent="0" algn="l">
                        <a:lnSpc>
                          <a:spcPct val="120000"/>
                        </a:lnSpc>
                      </a:pPr>
                      <a:r>
                        <a:rPr lang="zh-CN" altLang="en-US" sz="1200"/>
                        <a:t>制定课余赶工计划，专人攻坚核心模块，增加例会频次</a:t>
                      </a:r>
                      <a:endParaRPr lang="zh-CN" altLang="en-US" sz="1200"/>
                    </a:p>
                  </a:txBody>
                  <a:tcPr marL="254000" marR="254000" marT="127000" marB="127000" anchor="ctr" anchorCtr="0"/>
                </a:tc>
                <a:tc>
                  <a:txBody>
                    <a:bodyPr/>
                    <a:p>
                      <a:pPr marL="0" indent="0" algn="l">
                        <a:lnSpc>
                          <a:spcPct val="120000"/>
                        </a:lnSpc>
                      </a:pPr>
                      <a:r>
                        <a:rPr lang="zh-CN" altLang="en-US" sz="1200"/>
                        <a:t>论坛功能已启动剩余开发，AI 知识库数据补充中</a:t>
                      </a:r>
                      <a:endParaRPr lang="zh-CN" altLang="en-US" sz="1200"/>
                    </a:p>
                  </a:txBody>
                  <a:tcPr marL="254000" marR="254000" marT="127000" marB="127000" anchor="ctr" anchorCtr="0"/>
                </a:tc>
              </a:tr>
              <a:tr h="708025">
                <a:tc>
                  <a:txBody>
                    <a:bodyPr/>
                    <a:p>
                      <a:pPr marL="0" indent="0" algn="ctr">
                        <a:lnSpc>
                          <a:spcPct val="120000"/>
                        </a:lnSpc>
                      </a:pPr>
                      <a:r>
                        <a:rPr lang="zh-CN" altLang="en-US" sz="1200"/>
                        <a:t>技术瓶颈</a:t>
                      </a:r>
                      <a:endParaRPr lang="zh-CN" altLang="en-US" sz="1200"/>
                    </a:p>
                  </a:txBody>
                  <a:tcPr marL="254000" marR="254000" marT="127000" marB="127000" anchor="ctr" anchorCtr="0"/>
                </a:tc>
                <a:tc>
                  <a:txBody>
                    <a:bodyPr/>
                    <a:p>
                      <a:pPr marL="0" indent="0" algn="l">
                        <a:lnSpc>
                          <a:spcPct val="120000"/>
                        </a:lnSpc>
                      </a:pPr>
                      <a:r>
                        <a:rPr lang="zh-CN" altLang="en-US" sz="1200"/>
                        <a:t>原图像处理算法计算复杂、速度慢；图像数据质量低</a:t>
                      </a:r>
                      <a:endParaRPr lang="zh-CN" altLang="en-US" sz="1200"/>
                    </a:p>
                  </a:txBody>
                  <a:tcPr marL="254000" marR="254000" marT="127000" marB="127000" anchor="ctr" anchorCtr="0"/>
                </a:tc>
                <a:tc>
                  <a:txBody>
                    <a:bodyPr/>
                    <a:p>
                      <a:pPr marL="0" indent="0" algn="l">
                        <a:lnSpc>
                          <a:spcPct val="120000"/>
                        </a:lnSpc>
                      </a:pPr>
                      <a:r>
                        <a:rPr lang="zh-CN" altLang="en-US" sz="1200"/>
                        <a:t>替换为低复杂度备用算法；重新设计数据收集方案</a:t>
                      </a:r>
                      <a:endParaRPr lang="zh-CN" altLang="en-US" sz="1200"/>
                    </a:p>
                  </a:txBody>
                  <a:tcPr marL="254000" marR="254000" marT="127000" marB="127000" anchor="ctr" anchorCtr="0"/>
                </a:tc>
                <a:tc>
                  <a:txBody>
                    <a:bodyPr/>
                    <a:p>
                      <a:pPr marL="0" indent="0" algn="l">
                        <a:lnSpc>
                          <a:spcPct val="120000"/>
                        </a:lnSpc>
                      </a:pPr>
                      <a:r>
                        <a:rPr lang="zh-CN" altLang="en-US" sz="1200"/>
                        <a:t>算法验证通过，</a:t>
                      </a:r>
                      <a:r>
                        <a:rPr lang="zh-CN" altLang="en-US" sz="1200"/>
                        <a:t>逐步完成高质量数据采集</a:t>
                      </a:r>
                      <a:endParaRPr lang="zh-CN" altLang="en-US" sz="1200"/>
                    </a:p>
                  </a:txBody>
                  <a:tcPr marL="254000" marR="254000" marT="127000" marB="127000" anchor="ctr" anchorCtr="0"/>
                </a:tc>
              </a:tr>
              <a:tr h="708660">
                <a:tc>
                  <a:txBody>
                    <a:bodyPr/>
                    <a:p>
                      <a:pPr marL="0" indent="0" algn="ctr">
                        <a:lnSpc>
                          <a:spcPct val="120000"/>
                        </a:lnSpc>
                      </a:pPr>
                      <a:r>
                        <a:rPr lang="zh-CN" altLang="en-US" sz="1200"/>
                        <a:t>团队协作</a:t>
                      </a:r>
                      <a:endParaRPr lang="zh-CN" altLang="en-US" sz="1200"/>
                    </a:p>
                  </a:txBody>
                  <a:tcPr marL="254000" marR="254000" marT="127000" marB="127000" anchor="ctr" anchorCtr="0"/>
                </a:tc>
                <a:tc>
                  <a:txBody>
                    <a:bodyPr/>
                    <a:p>
                      <a:pPr marL="0" indent="0" algn="l">
                        <a:lnSpc>
                          <a:spcPct val="120000"/>
                        </a:lnSpc>
                      </a:pPr>
                      <a:r>
                        <a:rPr lang="zh-CN" altLang="en-US" sz="1200"/>
                        <a:t>任务重复、信息不同步</a:t>
                      </a:r>
                      <a:endParaRPr lang="zh-CN" altLang="en-US" sz="1200"/>
                    </a:p>
                  </a:txBody>
                  <a:tcPr marL="254000" marR="254000" marT="127000" marB="127000" anchor="ctr" anchorCtr="0"/>
                </a:tc>
                <a:tc>
                  <a:txBody>
                    <a:bodyPr/>
                    <a:p>
                      <a:pPr marL="0" indent="0" algn="l">
                        <a:lnSpc>
                          <a:spcPct val="120000"/>
                        </a:lnSpc>
                      </a:pPr>
                      <a:r>
                        <a:rPr lang="zh-CN" altLang="en-US" sz="1200"/>
                        <a:t>钉钉看板 + 共享知识库 + 固定例会</a:t>
                      </a:r>
                      <a:endParaRPr lang="zh-CN" altLang="en-US" sz="1200"/>
                    </a:p>
                  </a:txBody>
                  <a:tcPr marL="254000" marR="254000" marT="127000" marB="127000" anchor="ctr" anchorCtr="0"/>
                </a:tc>
                <a:tc>
                  <a:txBody>
                    <a:bodyPr/>
                    <a:p>
                      <a:pPr marL="0" indent="0" algn="l">
                        <a:lnSpc>
                          <a:spcPct val="120000"/>
                        </a:lnSpc>
                      </a:pPr>
                      <a:r>
                        <a:rPr lang="zh-CN" altLang="en-US" sz="1200"/>
                        <a:t>任务衔接流畅，信息同步效率提升 60%</a:t>
                      </a:r>
                      <a:endParaRPr lang="zh-CN" altLang="en-US" sz="1200"/>
                    </a:p>
                  </a:txBody>
                  <a:tcPr marL="254000" marR="254000" marT="127000" marB="127000" anchor="ctr" anchorCtr="0"/>
                </a:tc>
              </a:tr>
              <a:tr h="708025">
                <a:tc>
                  <a:txBody>
                    <a:bodyPr/>
                    <a:p>
                      <a:pPr marL="0" indent="0" algn="ctr">
                        <a:lnSpc>
                          <a:spcPct val="120000"/>
                        </a:lnSpc>
                      </a:pPr>
                      <a:r>
                        <a:rPr lang="zh-CN" altLang="en-US" sz="1200"/>
                        <a:t>经费执行</a:t>
                      </a:r>
                      <a:endParaRPr lang="zh-CN" altLang="en-US" sz="1200"/>
                    </a:p>
                  </a:txBody>
                  <a:tcPr marL="254000" marR="254000" marT="127000" marB="127000" anchor="ctr" anchorCtr="0"/>
                </a:tc>
                <a:tc>
                  <a:txBody>
                    <a:bodyPr/>
                    <a:p>
                      <a:pPr marL="0" indent="0" algn="l">
                        <a:lnSpc>
                          <a:spcPct val="120000"/>
                        </a:lnSpc>
                      </a:pPr>
                      <a:r>
                        <a:rPr lang="zh-CN" altLang="en-US" sz="1200"/>
                        <a:t>执行率 60%，采购流程延误</a:t>
                      </a:r>
                      <a:endParaRPr lang="zh-CN" altLang="en-US" sz="1200"/>
                    </a:p>
                  </a:txBody>
                  <a:tcPr marL="254000" marR="254000" marT="127000" marB="127000" anchor="ctr" anchorCtr="0"/>
                </a:tc>
                <a:tc>
                  <a:txBody>
                    <a:bodyPr/>
                    <a:p>
                      <a:pPr marL="0" indent="0" algn="l">
                        <a:lnSpc>
                          <a:spcPct val="120000"/>
                        </a:lnSpc>
                      </a:pPr>
                      <a:r>
                        <a:rPr lang="zh-CN" altLang="en-US" sz="1200"/>
                        <a:t>专项负责人 + 提前沟通报销 + 预算细化</a:t>
                      </a:r>
                      <a:endParaRPr lang="zh-CN" altLang="en-US" sz="1200"/>
                    </a:p>
                  </a:txBody>
                  <a:tcPr marL="254000" marR="254000" marT="127000" marB="127000" anchor="ctr" anchorCtr="0"/>
                </a:tc>
                <a:tc>
                  <a:txBody>
                    <a:bodyPr/>
                    <a:p>
                      <a:pPr marL="0" indent="0" algn="l">
                        <a:lnSpc>
                          <a:spcPct val="120000"/>
                        </a:lnSpc>
                      </a:pPr>
                      <a:r>
                        <a:rPr lang="zh-CN" altLang="en-US" sz="1200"/>
                        <a:t>下半年预算已确定，报销流程熟悉度提升</a:t>
                      </a:r>
                      <a:endParaRPr lang="zh-CN" altLang="en-US" sz="1200"/>
                    </a:p>
                  </a:txBody>
                  <a:tcPr marL="254000" marR="254000" marT="127000" marB="127000" anchor="ctr" anchorCtr="0"/>
                </a:tc>
              </a:tr>
            </a:tbl>
          </a:graphicData>
        </a:graphic>
      </p:graphicFrame>
      <p:sp>
        <p:nvSpPr>
          <p:cNvPr id="6" name="文本框 5"/>
          <p:cNvSpPr txBox="1"/>
          <p:nvPr/>
        </p:nvSpPr>
        <p:spPr>
          <a:xfrm>
            <a:off x="1235710" y="925830"/>
            <a:ext cx="9916795" cy="829945"/>
          </a:xfrm>
          <a:prstGeom prst="rect">
            <a:avLst/>
          </a:prstGeom>
          <a:noFill/>
        </p:spPr>
        <p:txBody>
          <a:bodyPr wrap="square" rtlCol="0" anchor="t">
            <a:spAutoFit/>
          </a:bodyPr>
          <a:p>
            <a:pPr marL="0" indent="0" algn="l" defTabSz="457200">
              <a:lnSpc>
                <a:spcPct val="150000"/>
              </a:lnSpc>
              <a:buClrTx/>
              <a:buSzTx/>
              <a:buNone/>
            </a:pPr>
            <a:r>
              <a:rPr lang="zh-CN" altLang="en-US" sz="1600">
                <a:solidFill>
                  <a:srgbClr val="000000"/>
                </a:solidFill>
                <a:latin typeface="仿宋" panose="02010609060101010101" charset="-122"/>
                <a:ea typeface="仿宋" panose="02010609060101010101" charset="-122"/>
                <a:sym typeface="+mn-ea"/>
              </a:rPr>
              <a:t>建立“问题发现 - 分析 - 解决 - 复盘”闭环机制，每个问题均有明确负责人与时间节点，确保整改落地。</a:t>
            </a:r>
            <a:endParaRPr lang="zh-CN" altLang="en-US" sz="1600">
              <a:solidFill>
                <a:srgbClr val="000000"/>
              </a:solidFill>
              <a:latin typeface="仿宋" panose="02010609060101010101" charset="-122"/>
              <a:ea typeface="仿宋" panose="02010609060101010101" charset="-122"/>
            </a:endParaRPr>
          </a:p>
          <a:p>
            <a:pPr marL="0" indent="0" algn="l" defTabSz="457200">
              <a:lnSpc>
                <a:spcPct val="150000"/>
              </a:lnSpc>
              <a:buClrTx/>
              <a:buSzTx/>
              <a:buNone/>
            </a:pPr>
            <a:r>
              <a:rPr lang="zh-CN" altLang="en-US" sz="1600">
                <a:solidFill>
                  <a:srgbClr val="000000"/>
                </a:solidFill>
                <a:latin typeface="仿宋" panose="02010609060101010101" charset="-122"/>
                <a:ea typeface="仿宋" panose="02010609060101010101" charset="-122"/>
                <a:sym typeface="+mn-ea"/>
              </a:rPr>
              <a:t>注重文档化管理，所有改进措施、会议记录、技术方案均归档，为后续项目迭代提供依据。</a:t>
            </a:r>
            <a:endParaRPr lang="zh-CN" altLang="en-US" sz="1600">
              <a:solidFill>
                <a:srgbClr val="000000"/>
              </a:solidFill>
              <a:latin typeface="仿宋" panose="02010609060101010101" charset="-122"/>
              <a:ea typeface="仿宋" panose="02010609060101010101" charset="-122"/>
              <a:sym typeface="+mn-ea"/>
            </a:endParaRPr>
          </a:p>
        </p:txBody>
      </p:sp>
      <p:sp>
        <p:nvSpPr>
          <p:cNvPr id="2359" name="矩形: 圆角 2358"/>
          <p:cNvSpPr/>
          <p:nvPr/>
        </p:nvSpPr>
        <p:spPr>
          <a:xfrm>
            <a:off x="519099" y="166317"/>
            <a:ext cx="687895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1"/>
            </p:custDataLst>
          </p:nvPr>
        </p:nvSpPr>
        <p:spPr>
          <a:xfrm>
            <a:off x="769024" y="294518"/>
            <a:ext cx="919480" cy="276860"/>
          </a:xfrm>
          <a:prstGeom prst="rect">
            <a:avLst/>
          </a:prstGeom>
          <a:noFill/>
        </p:spPr>
        <p:txBody>
          <a:bodyPr wrap="none" lIns="0" tIns="0" rIns="0" bIns="0" rtlCol="0">
            <a:spAutoFi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2" name="TextBox 12"/>
          <p:cNvSpPr txBox="1"/>
          <p:nvPr>
            <p:custDataLst>
              <p:tags r:id="rId2"/>
            </p:custDataLst>
          </p:nvPr>
        </p:nvSpPr>
        <p:spPr>
          <a:xfrm>
            <a:off x="3547984" y="294518"/>
            <a:ext cx="919480" cy="276860"/>
          </a:xfrm>
          <a:prstGeom prst="rect">
            <a:avLst/>
          </a:prstGeom>
          <a:noFill/>
        </p:spPr>
        <p:txBody>
          <a:bodyPr wrap="none" lIns="0" tIns="0" rIns="0" bIns="0" rtlCol="0">
            <a:spAutoFit/>
          </a:bodyPr>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3"/>
            </p:custDataLst>
          </p:nvPr>
        </p:nvSpPr>
        <p:spPr>
          <a:xfrm>
            <a:off x="2161048" y="294518"/>
            <a:ext cx="914400" cy="276860"/>
          </a:xfrm>
          <a:prstGeom prst="rect">
            <a:avLst/>
          </a:prstGeom>
          <a:noFill/>
        </p:spPr>
        <p:txBody>
          <a:bodyPr wrap="none" lIns="0" tIns="0" rIns="0" bIns="0"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6589293" y="211612"/>
            <a:ext cx="390465"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4"/>
          <a:stretch>
            <a:fillRect/>
          </a:stretch>
        </p:blipFill>
        <p:spPr>
          <a:xfrm>
            <a:off x="6679112" y="324897"/>
            <a:ext cx="195901" cy="216240"/>
          </a:xfrm>
          <a:prstGeom prst="rect">
            <a:avLst/>
          </a:prstGeom>
        </p:spPr>
      </p:pic>
      <p:sp>
        <p:nvSpPr>
          <p:cNvPr id="7" name="文本框 6"/>
          <p:cNvSpPr txBox="1"/>
          <p:nvPr/>
        </p:nvSpPr>
        <p:spPr>
          <a:xfrm>
            <a:off x="5047298" y="166317"/>
            <a:ext cx="1402080" cy="460375"/>
          </a:xfrm>
          <a:prstGeom prst="rect">
            <a:avLst/>
          </a:prstGeom>
          <a:noFill/>
        </p:spPr>
        <p:txBody>
          <a:bodyPr wrap="none">
            <a:spAutoFit/>
          </a:bodyPr>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问题</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解决</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cxnSp>
        <p:nvCxnSpPr>
          <p:cNvPr id="131" name="直接连接符 130"/>
          <p:cNvCxnSpPr/>
          <p:nvPr>
            <p:custDataLst>
              <p:tags r:id="rId5"/>
            </p:custDataLst>
          </p:nvPr>
        </p:nvCxnSpPr>
        <p:spPr>
          <a:xfrm>
            <a:off x="1924193" y="245879"/>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6"/>
            </p:custDataLst>
          </p:nvPr>
        </p:nvCxnSpPr>
        <p:spPr>
          <a:xfrm>
            <a:off x="3329660" y="245879"/>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7"/>
            </p:custDataLst>
          </p:nvPr>
        </p:nvCxnSpPr>
        <p:spPr>
          <a:xfrm>
            <a:off x="4735127" y="245879"/>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83" name="图片 8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24" name="五边形 23"/>
          <p:cNvSpPr/>
          <p:nvPr>
            <p:custDataLst>
              <p:tags r:id="rId1"/>
            </p:custDataLst>
          </p:nvPr>
        </p:nvSpPr>
        <p:spPr>
          <a:xfrm>
            <a:off x="625795" y="3683579"/>
            <a:ext cx="10940411" cy="503173"/>
          </a:xfrm>
          <a:prstGeom prst="homePlate">
            <a:avLst/>
          </a:prstGeom>
          <a:solidFill>
            <a:schemeClr val="accent1"/>
          </a:solidFill>
          <a:ln w="19050">
            <a:gradFill>
              <a:gsLst>
                <a:gs pos="20000">
                  <a:schemeClr val="accent1">
                    <a:alpha val="0"/>
                  </a:schemeClr>
                </a:gs>
                <a:gs pos="90000">
                  <a:schemeClr val="accent1">
                    <a:alpha val="100000"/>
                  </a:schemeClr>
                </a:gs>
              </a:gsLst>
              <a:lin ang="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sym typeface="+mn-ea"/>
            </a:endParaRPr>
          </a:p>
        </p:txBody>
      </p:sp>
      <p:cxnSp>
        <p:nvCxnSpPr>
          <p:cNvPr id="25" name="直接箭头连接符 24"/>
          <p:cNvCxnSpPr/>
          <p:nvPr>
            <p:custDataLst>
              <p:tags r:id="rId2"/>
            </p:custDataLst>
          </p:nvPr>
        </p:nvCxnSpPr>
        <p:spPr>
          <a:xfrm>
            <a:off x="625795" y="3934885"/>
            <a:ext cx="10706911"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7" name="流程图: 延期 6"/>
          <p:cNvSpPr/>
          <p:nvPr>
            <p:custDataLst>
              <p:tags r:id="rId3"/>
            </p:custDataLst>
          </p:nvPr>
        </p:nvSpPr>
        <p:spPr>
          <a:xfrm>
            <a:off x="1280047" y="1209028"/>
            <a:ext cx="481152" cy="514601"/>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01</a:t>
            </a:r>
            <a:endPar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8" name="矩形 7"/>
          <p:cNvSpPr/>
          <p:nvPr>
            <p:custDataLst>
              <p:tags r:id="rId4"/>
            </p:custDataLst>
          </p:nvPr>
        </p:nvSpPr>
        <p:spPr>
          <a:xfrm>
            <a:off x="1537335" y="1959610"/>
            <a:ext cx="3930650" cy="1602740"/>
          </a:xfrm>
          <a:prstGeom prst="rect">
            <a:avLst/>
          </a:prstGeom>
          <a:noFill/>
        </p:spPr>
        <p:txBody>
          <a:bodyPr wrap="square" lIns="0" tIns="0" rIns="0" bIns="0" rtlCol="0" anchor="t" anchorCtr="0">
            <a:noAutofit/>
          </a:bodyPr>
          <a:lstStyle/>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林奕淞：资源统筹、任务分工</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陈博英：论坛开发</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康雄杰：</a:t>
            </a:r>
            <a:r>
              <a:rPr lang="en-US" altLang="zh-CN" sz="1600">
                <a:solidFill>
                  <a:schemeClr val="tx1">
                    <a:lumMod val="85000"/>
                    <a:lumOff val="15000"/>
                  </a:schemeClr>
                </a:solidFill>
                <a:latin typeface="+mn-ea"/>
                <a:cs typeface="+mn-ea"/>
                <a:sym typeface="+mn-ea"/>
              </a:rPr>
              <a:t>AI </a:t>
            </a:r>
            <a:r>
              <a:rPr lang="zh-CN" altLang="en-US" sz="1600">
                <a:solidFill>
                  <a:schemeClr val="tx1">
                    <a:lumMod val="85000"/>
                    <a:lumOff val="15000"/>
                  </a:schemeClr>
                </a:solidFill>
                <a:latin typeface="+mn-ea"/>
                <a:cs typeface="+mn-ea"/>
                <a:sym typeface="+mn-ea"/>
              </a:rPr>
              <a:t>交互、页面设计</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李卓恒：</a:t>
            </a:r>
            <a:r>
              <a:rPr lang="zh-CN" altLang="en-US" sz="1600">
                <a:solidFill>
                  <a:schemeClr val="tx1">
                    <a:lumMod val="85000"/>
                    <a:lumOff val="15000"/>
                  </a:schemeClr>
                </a:solidFill>
                <a:latin typeface="+mn-ea"/>
                <a:cs typeface="+mn-ea"/>
                <a:sym typeface="+mn-ea"/>
              </a:rPr>
              <a:t>图像处理</a:t>
            </a:r>
            <a:endParaRPr lang="zh-CN" altLang="en-US" sz="1600">
              <a:solidFill>
                <a:schemeClr val="tx1">
                  <a:lumMod val="85000"/>
                  <a:lumOff val="15000"/>
                </a:schemeClr>
              </a:solidFill>
              <a:latin typeface="+mn-ea"/>
              <a:cs typeface="+mn-ea"/>
            </a:endParaRPr>
          </a:p>
        </p:txBody>
      </p:sp>
      <p:sp>
        <p:nvSpPr>
          <p:cNvPr id="3" name="矩形 2"/>
          <p:cNvSpPr/>
          <p:nvPr>
            <p:custDataLst>
              <p:tags r:id="rId5"/>
            </p:custDataLst>
          </p:nvPr>
        </p:nvSpPr>
        <p:spPr>
          <a:xfrm>
            <a:off x="1923842" y="1334907"/>
            <a:ext cx="3379640" cy="390453"/>
          </a:xfrm>
          <a:prstGeom prst="rect">
            <a:avLst/>
          </a:prstGeom>
          <a:noFill/>
        </p:spPr>
        <p:txBody>
          <a:bodyPr wrap="square" lIns="0" tIns="0" rIns="0" bIns="0" rtlCol="0" anchor="ctr" anchorCtr="0">
            <a:noAutofit/>
          </a:bodyPr>
          <a:lstStyle/>
          <a:p>
            <a:pPr>
              <a:spcBef>
                <a:spcPct val="0"/>
              </a:spcBef>
              <a:spcAft>
                <a:spcPct val="0"/>
              </a:spcAft>
            </a:pPr>
            <a:r>
              <a:rPr lang="zh-CN" altLang="en-US" sz="2000" b="1">
                <a:solidFill>
                  <a:schemeClr val="accent1"/>
                </a:solidFill>
                <a:latin typeface="+mn-ea"/>
                <a:cs typeface="+mn-ea"/>
              </a:rPr>
              <a:t>任务</a:t>
            </a:r>
            <a:r>
              <a:rPr lang="zh-CN" altLang="en-US" sz="2000" b="1">
                <a:solidFill>
                  <a:schemeClr val="accent1"/>
                </a:solidFill>
                <a:latin typeface="+mn-ea"/>
                <a:cs typeface="+mn-ea"/>
              </a:rPr>
              <a:t>分工</a:t>
            </a:r>
            <a:endParaRPr lang="zh-CN" altLang="en-US" sz="2000" b="1">
              <a:solidFill>
                <a:schemeClr val="accent1"/>
              </a:solidFill>
              <a:latin typeface="+mn-ea"/>
              <a:cs typeface="+mn-ea"/>
            </a:endParaRPr>
          </a:p>
        </p:txBody>
      </p:sp>
      <p:cxnSp>
        <p:nvCxnSpPr>
          <p:cNvPr id="10" name="直接连接符 9"/>
          <p:cNvCxnSpPr/>
          <p:nvPr>
            <p:custDataLst>
              <p:tags r:id="rId6"/>
            </p:custDataLst>
          </p:nvPr>
        </p:nvCxnSpPr>
        <p:spPr>
          <a:xfrm flipH="1">
            <a:off x="1279981" y="1724022"/>
            <a:ext cx="5146" cy="2417337"/>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8" name="椭圆 27"/>
          <p:cNvSpPr/>
          <p:nvPr>
            <p:custDataLst>
              <p:tags r:id="rId7"/>
            </p:custDataLst>
          </p:nvPr>
        </p:nvSpPr>
        <p:spPr>
          <a:xfrm>
            <a:off x="1227877" y="3884701"/>
            <a:ext cx="94558" cy="95844"/>
          </a:xfrm>
          <a:prstGeom prst="ellipse">
            <a:avLst/>
          </a:prstGeom>
          <a:solidFill>
            <a:schemeClr val="accent1">
              <a:lumMod val="40000"/>
              <a:lumOff val="6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lt1"/>
              </a:solidFill>
              <a:cs typeface="微软雅黑" panose="020B0503020204020204" charset="-122"/>
            </a:endParaRPr>
          </a:p>
        </p:txBody>
      </p:sp>
      <p:cxnSp>
        <p:nvCxnSpPr>
          <p:cNvPr id="43" name="直接连接符 42"/>
          <p:cNvCxnSpPr/>
          <p:nvPr>
            <p:custDataLst>
              <p:tags r:id="rId8"/>
            </p:custDataLst>
          </p:nvPr>
        </p:nvCxnSpPr>
        <p:spPr>
          <a:xfrm flipH="1" flipV="1">
            <a:off x="4291038" y="3712310"/>
            <a:ext cx="1930" cy="2417337"/>
          </a:xfrm>
          <a:prstGeom prst="line">
            <a:avLst/>
          </a:prstGeom>
          <a:ln w="25400">
            <a:gradFill>
              <a:gsLst>
                <a:gs pos="17000">
                  <a:schemeClr val="accent2">
                    <a:alpha val="0"/>
                  </a:schemeClr>
                </a:gs>
                <a:gs pos="61000">
                  <a:schemeClr val="accent2">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9" name="椭圆 28"/>
          <p:cNvSpPr/>
          <p:nvPr>
            <p:custDataLst>
              <p:tags r:id="rId9"/>
            </p:custDataLst>
          </p:nvPr>
        </p:nvSpPr>
        <p:spPr>
          <a:xfrm>
            <a:off x="4247940" y="3884701"/>
            <a:ext cx="94558" cy="95844"/>
          </a:xfrm>
          <a:prstGeom prst="ellipse">
            <a:avLst/>
          </a:prstGeom>
          <a:solidFill>
            <a:schemeClr val="accent2">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lt1"/>
              </a:solidFill>
              <a:cs typeface="微软雅黑" panose="020B0503020204020204" charset="-122"/>
            </a:endParaRPr>
          </a:p>
        </p:txBody>
      </p:sp>
      <p:sp>
        <p:nvSpPr>
          <p:cNvPr id="11" name="矩形 10"/>
          <p:cNvSpPr/>
          <p:nvPr>
            <p:custDataLst>
              <p:tags r:id="rId10"/>
            </p:custDataLst>
          </p:nvPr>
        </p:nvSpPr>
        <p:spPr>
          <a:xfrm>
            <a:off x="4441190" y="4478655"/>
            <a:ext cx="5902325" cy="1342390"/>
          </a:xfrm>
          <a:prstGeom prst="rect">
            <a:avLst/>
          </a:prstGeom>
          <a:noFill/>
        </p:spPr>
        <p:txBody>
          <a:bodyPr wrap="square" lIns="0" tIns="0" rIns="0" bIns="0" rtlCol="0" anchor="b" anchorCtr="0">
            <a:noAutofit/>
          </a:bodyPr>
          <a:lstStyle/>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使用钉钉任务看板，明确每项任务的负责人、截止日期、交付标准，实现任务可视化管理。</a:t>
            </a:r>
            <a:endParaRPr lang="zh-CN" altLang="en-US" sz="1600">
              <a:solidFill>
                <a:schemeClr val="tx1">
                  <a:lumMod val="85000"/>
                  <a:lumOff val="15000"/>
                </a:schemeClr>
              </a:solidFill>
              <a:latin typeface="+mn-ea"/>
              <a:cs typeface="+mn-ea"/>
              <a:sym typeface="+mn-ea"/>
            </a:endParaRPr>
          </a:p>
          <a:p>
            <a:pPr defTabSz="457200">
              <a:lnSpc>
                <a:spcPct val="15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建立共享知识库，强制代码、文档、会议纪要实时上传；固定每周日晚例会，同步进度、解决卡点。</a:t>
            </a:r>
            <a:endParaRPr lang="zh-CN" altLang="en-US" sz="1600" kern="0" dirty="0">
              <a:ln>
                <a:noFill/>
                <a:prstDash val="sysDot"/>
              </a:ln>
              <a:solidFill>
                <a:schemeClr val="tx1">
                  <a:lumMod val="85000"/>
                  <a:lumOff val="15000"/>
                </a:schemeClr>
              </a:solidFill>
              <a:latin typeface="+mn-ea"/>
              <a:sym typeface="+mn-ea"/>
            </a:endParaRPr>
          </a:p>
        </p:txBody>
      </p:sp>
      <p:sp>
        <p:nvSpPr>
          <p:cNvPr id="42" name="流程图: 延期 41"/>
          <p:cNvSpPr/>
          <p:nvPr>
            <p:custDataLst>
              <p:tags r:id="rId11"/>
            </p:custDataLst>
          </p:nvPr>
        </p:nvSpPr>
        <p:spPr>
          <a:xfrm>
            <a:off x="4253746" y="5961129"/>
            <a:ext cx="481152" cy="514601"/>
          </a:xfrm>
          <a:prstGeom prst="flowChartDelay">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lstStyle/>
          <a:p>
            <a:pPr lvl="0" algn="ctr">
              <a:spcBef>
                <a:spcPct val="0"/>
              </a:spcBef>
              <a:spcAft>
                <a:spcPct val="0"/>
              </a:spcAft>
              <a:buClrTx/>
              <a:buSzTx/>
              <a:buFontTx/>
            </a:pPr>
            <a:r>
              <a:rPr lang="en-US" altLang="zh-CN" b="1">
                <a:solidFill>
                  <a:srgbClr val="FFFFFF"/>
                </a:solidFill>
                <a:effectLst>
                  <a:outerShdw blurRad="50800" dist="38100" dir="5400000" algn="t" rotWithShape="0">
                    <a:schemeClr val="accent2">
                      <a:lumMod val="75000"/>
                      <a:alpha val="40000"/>
                    </a:schemeClr>
                  </a:outerShdw>
                </a:effectLst>
                <a:latin typeface="+mn-ea"/>
                <a:cs typeface="+mn-ea"/>
                <a:sym typeface="+mn-ea"/>
              </a:rPr>
              <a:t>03</a:t>
            </a:r>
            <a:endParaRPr lang="en-US" altLang="zh-CN" b="1" dirty="0">
              <a:solidFill>
                <a:srgbClr val="FFFFFF"/>
              </a:solidFill>
              <a:effectLst>
                <a:outerShdw blurRad="50800" dist="38100" dir="5400000" algn="t" rotWithShape="0">
                  <a:schemeClr val="accent2">
                    <a:lumMod val="75000"/>
                    <a:alpha val="40000"/>
                  </a:schemeClr>
                </a:outerShdw>
              </a:effectLst>
              <a:latin typeface="+mn-ea"/>
              <a:cs typeface="+mn-ea"/>
              <a:sym typeface="+mn-ea"/>
            </a:endParaRPr>
          </a:p>
        </p:txBody>
      </p:sp>
      <p:sp>
        <p:nvSpPr>
          <p:cNvPr id="12" name="矩形 11"/>
          <p:cNvSpPr/>
          <p:nvPr>
            <p:custDataLst>
              <p:tags r:id="rId12"/>
            </p:custDataLst>
          </p:nvPr>
        </p:nvSpPr>
        <p:spPr>
          <a:xfrm>
            <a:off x="4991538" y="6022890"/>
            <a:ext cx="3380283" cy="390453"/>
          </a:xfrm>
          <a:prstGeom prst="rect">
            <a:avLst/>
          </a:prstGeom>
          <a:noFill/>
        </p:spPr>
        <p:txBody>
          <a:bodyPr wrap="square" lIns="0" tIns="0" rIns="0" bIns="0" rtlCol="0" anchor="ctr" anchorCtr="0">
            <a:noAutofit/>
          </a:bodyPr>
          <a:lstStyle/>
          <a:p>
            <a:pPr>
              <a:spcBef>
                <a:spcPct val="0"/>
              </a:spcBef>
              <a:spcAft>
                <a:spcPct val="0"/>
              </a:spcAft>
            </a:pPr>
            <a:r>
              <a:rPr lang="zh-CN" altLang="en-US" sz="2000" b="1">
                <a:solidFill>
                  <a:schemeClr val="accent2"/>
                </a:solidFill>
                <a:latin typeface="+mn-ea"/>
                <a:cs typeface="+mn-ea"/>
              </a:rPr>
              <a:t>机制完善</a:t>
            </a:r>
            <a:endParaRPr lang="zh-CN" altLang="en-US" sz="2000" b="1">
              <a:solidFill>
                <a:schemeClr val="accent2"/>
              </a:solidFill>
              <a:latin typeface="+mn-ea"/>
              <a:cs typeface="+mn-ea"/>
            </a:endParaRPr>
          </a:p>
        </p:txBody>
      </p:sp>
      <p:sp>
        <p:nvSpPr>
          <p:cNvPr id="13" name="流程图: 延期 12"/>
          <p:cNvSpPr/>
          <p:nvPr>
            <p:custDataLst>
              <p:tags r:id="rId13"/>
            </p:custDataLst>
          </p:nvPr>
        </p:nvSpPr>
        <p:spPr>
          <a:xfrm>
            <a:off x="7321459" y="1210933"/>
            <a:ext cx="481152" cy="514601"/>
          </a:xfrm>
          <a:prstGeom prst="flowChartDelay">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lstStyle/>
          <a:p>
            <a:pPr lvl="0" algn="ctr">
              <a:spcBef>
                <a:spcPct val="0"/>
              </a:spcBef>
              <a:spcAft>
                <a:spcPct val="0"/>
              </a:spcAft>
              <a:buClrTx/>
              <a:buSzTx/>
              <a:buFontTx/>
            </a:pPr>
            <a:r>
              <a:rPr lang="en-US" altLang="zh-CN" b="1">
                <a:solidFill>
                  <a:srgbClr val="FFFFFF"/>
                </a:solidFill>
                <a:effectLst>
                  <a:outerShdw blurRad="50800" dist="38100" dir="5400000" algn="t" rotWithShape="0">
                    <a:schemeClr val="accent3">
                      <a:lumMod val="75000"/>
                      <a:alpha val="40000"/>
                    </a:schemeClr>
                  </a:outerShdw>
                </a:effectLst>
                <a:latin typeface="+mn-ea"/>
                <a:cs typeface="+mn-ea"/>
                <a:sym typeface="+mn-ea"/>
              </a:rPr>
              <a:t>02</a:t>
            </a:r>
            <a:endParaRPr lang="en-US" altLang="zh-CN" b="1" dirty="0">
              <a:solidFill>
                <a:srgbClr val="FFFFFF"/>
              </a:solidFill>
              <a:effectLst>
                <a:outerShdw blurRad="50800" dist="38100" dir="5400000" algn="t" rotWithShape="0">
                  <a:schemeClr val="accent3">
                    <a:lumMod val="75000"/>
                    <a:alpha val="40000"/>
                  </a:schemeClr>
                </a:outerShdw>
              </a:effectLst>
              <a:latin typeface="+mn-ea"/>
              <a:cs typeface="+mn-ea"/>
              <a:sym typeface="+mn-ea"/>
            </a:endParaRPr>
          </a:p>
        </p:txBody>
      </p:sp>
      <p:sp>
        <p:nvSpPr>
          <p:cNvPr id="16" name="矩形 15"/>
          <p:cNvSpPr/>
          <p:nvPr>
            <p:custDataLst>
              <p:tags r:id="rId14"/>
            </p:custDataLst>
          </p:nvPr>
        </p:nvSpPr>
        <p:spPr>
          <a:xfrm>
            <a:off x="7460978" y="1959503"/>
            <a:ext cx="3930906" cy="1057504"/>
          </a:xfrm>
          <a:prstGeom prst="rect">
            <a:avLst/>
          </a:prstGeom>
          <a:noFill/>
        </p:spPr>
        <p:txBody>
          <a:bodyPr wrap="square" lIns="0" tIns="0" rIns="0" bIns="0" rtlCol="0" anchor="t" anchorCtr="0">
            <a:noAutofit/>
          </a:bodyPr>
          <a:lstStyle/>
          <a:p>
            <a:pPr defTabSz="457200">
              <a:lnSpc>
                <a:spcPct val="150000"/>
              </a:lnSpc>
              <a:spcBef>
                <a:spcPct val="0"/>
              </a:spcBef>
              <a:spcAft>
                <a:spcPct val="0"/>
              </a:spcAft>
            </a:pPr>
            <a:r>
              <a:rPr lang="zh-CN" altLang="en-US" sz="1600">
                <a:solidFill>
                  <a:schemeClr val="tx1">
                    <a:lumMod val="85000"/>
                    <a:lumOff val="15000"/>
                  </a:schemeClr>
                </a:solidFill>
                <a:latin typeface="+mn-ea"/>
                <a:cs typeface="+mn-ea"/>
              </a:rPr>
              <a:t>林奕淞、李卓恒专项负责项目剩余功能开发康雄杰负责大模型学习以及著作权</a:t>
            </a:r>
            <a:r>
              <a:rPr lang="zh-CN" altLang="en-US" sz="1600">
                <a:solidFill>
                  <a:schemeClr val="tx1">
                    <a:lumMod val="85000"/>
                    <a:lumOff val="15000"/>
                  </a:schemeClr>
                </a:solidFill>
                <a:latin typeface="+mn-ea"/>
                <a:cs typeface="+mn-ea"/>
              </a:rPr>
              <a:t>研发</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rPr>
              <a:t>陈博英负责</a:t>
            </a:r>
            <a:r>
              <a:rPr lang="en-US" altLang="zh-CN" sz="1600">
                <a:solidFill>
                  <a:schemeClr val="tx1">
                    <a:lumMod val="85000"/>
                    <a:lumOff val="15000"/>
                  </a:schemeClr>
                </a:solidFill>
                <a:latin typeface="+mn-ea"/>
                <a:cs typeface="+mn-ea"/>
              </a:rPr>
              <a:t>IP demo</a:t>
            </a:r>
            <a:r>
              <a:rPr lang="zh-CN" altLang="en-US" sz="1600">
                <a:solidFill>
                  <a:schemeClr val="tx1">
                    <a:lumMod val="85000"/>
                    <a:lumOff val="15000"/>
                  </a:schemeClr>
                </a:solidFill>
                <a:latin typeface="+mn-ea"/>
                <a:cs typeface="+mn-ea"/>
              </a:rPr>
              <a:t>以及生态矩阵开发</a:t>
            </a:r>
            <a:r>
              <a:rPr lang="zh-CN" altLang="en-US" sz="1600">
                <a:solidFill>
                  <a:schemeClr val="tx1">
                    <a:lumMod val="85000"/>
                    <a:lumOff val="15000"/>
                  </a:schemeClr>
                </a:solidFill>
                <a:latin typeface="+mn-ea"/>
                <a:cs typeface="+mn-ea"/>
              </a:rPr>
              <a:t>编纂</a:t>
            </a:r>
            <a:endParaRPr lang="zh-CN" altLang="en-US" sz="1600">
              <a:solidFill>
                <a:schemeClr val="tx1">
                  <a:lumMod val="85000"/>
                  <a:lumOff val="15000"/>
                </a:schemeClr>
              </a:solidFill>
              <a:latin typeface="+mn-ea"/>
              <a:cs typeface="+mn-ea"/>
            </a:endParaRPr>
          </a:p>
        </p:txBody>
      </p:sp>
      <p:sp>
        <p:nvSpPr>
          <p:cNvPr id="18" name="矩形 17"/>
          <p:cNvSpPr/>
          <p:nvPr>
            <p:custDataLst>
              <p:tags r:id="rId15"/>
            </p:custDataLst>
          </p:nvPr>
        </p:nvSpPr>
        <p:spPr>
          <a:xfrm>
            <a:off x="8012244" y="1334907"/>
            <a:ext cx="3380283" cy="390453"/>
          </a:xfrm>
          <a:prstGeom prst="rect">
            <a:avLst/>
          </a:prstGeom>
          <a:noFill/>
        </p:spPr>
        <p:txBody>
          <a:bodyPr wrap="square" lIns="0" tIns="0" rIns="0" bIns="0" rtlCol="0" anchor="ctr" anchorCtr="0">
            <a:noAutofit/>
          </a:bodyPr>
          <a:lstStyle/>
          <a:p>
            <a:pPr>
              <a:spcBef>
                <a:spcPct val="0"/>
              </a:spcBef>
              <a:spcAft>
                <a:spcPct val="0"/>
              </a:spcAft>
            </a:pPr>
            <a:r>
              <a:rPr lang="zh-CN" altLang="en-US" sz="2000" b="1">
                <a:solidFill>
                  <a:schemeClr val="accent3"/>
                </a:solidFill>
                <a:latin typeface="+mn-ea"/>
                <a:cs typeface="+mn-ea"/>
              </a:rPr>
              <a:t>专人攻坚</a:t>
            </a:r>
            <a:endParaRPr lang="zh-CN" altLang="en-US" sz="2000" b="1">
              <a:solidFill>
                <a:schemeClr val="accent3"/>
              </a:solidFill>
              <a:latin typeface="+mn-ea"/>
              <a:cs typeface="+mn-ea"/>
            </a:endParaRPr>
          </a:p>
        </p:txBody>
      </p:sp>
      <p:cxnSp>
        <p:nvCxnSpPr>
          <p:cNvPr id="19" name="直接连接符 18"/>
          <p:cNvCxnSpPr/>
          <p:nvPr>
            <p:custDataLst>
              <p:tags r:id="rId16"/>
            </p:custDataLst>
          </p:nvPr>
        </p:nvCxnSpPr>
        <p:spPr>
          <a:xfrm flipH="1">
            <a:off x="7321393" y="1724022"/>
            <a:ext cx="5146" cy="2417337"/>
          </a:xfrm>
          <a:prstGeom prst="line">
            <a:avLst/>
          </a:prstGeom>
          <a:ln w="25400">
            <a:gradFill>
              <a:gsLst>
                <a:gs pos="17000">
                  <a:schemeClr val="accent3">
                    <a:alpha val="0"/>
                  </a:schemeClr>
                </a:gs>
                <a:gs pos="61000">
                  <a:schemeClr val="accent3">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0" name="椭圆 19"/>
          <p:cNvSpPr/>
          <p:nvPr>
            <p:custDataLst>
              <p:tags r:id="rId17"/>
            </p:custDataLst>
          </p:nvPr>
        </p:nvSpPr>
        <p:spPr>
          <a:xfrm>
            <a:off x="7268646" y="3884701"/>
            <a:ext cx="94558" cy="95844"/>
          </a:xfrm>
          <a:prstGeom prst="ellipse">
            <a:avLst/>
          </a:prstGeom>
          <a:solidFill>
            <a:schemeClr val="accent3">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lt1"/>
              </a:solidFill>
              <a:cs typeface="微软雅黑" panose="020B0503020204020204" charset="-122"/>
            </a:endParaRPr>
          </a:p>
        </p:txBody>
      </p:sp>
      <p:pic>
        <p:nvPicPr>
          <p:cNvPr id="83" name="图片 82"/>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2359"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19"/>
              </p:custDataLst>
            </p:nvPr>
          </p:nvSpPr>
          <p:spPr>
            <a:xfrm>
              <a:off x="3421614" y="352356"/>
              <a:ext cx="1014944"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2" name="TextBox 12"/>
            <p:cNvSpPr txBox="1"/>
            <p:nvPr>
              <p:custDataLst>
                <p:tags r:id="rId20"/>
              </p:custDataLst>
            </p:nvPr>
          </p:nvSpPr>
          <p:spPr>
            <a:xfrm>
              <a:off x="6489095" y="352356"/>
              <a:ext cx="1014944"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21"/>
              </p:custDataLst>
            </p:nvPr>
          </p:nvSpPr>
          <p:spPr>
            <a:xfrm>
              <a:off x="4958163" y="352356"/>
              <a:ext cx="1009336"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22"/>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23"/>
            <a:stretch>
              <a:fillRect/>
            </a:stretch>
          </p:blipFill>
          <p:spPr>
            <a:xfrm>
              <a:off x="9945308" y="382735"/>
              <a:ext cx="216240" cy="216240"/>
            </a:xfrm>
            <a:prstGeom prst="rect">
              <a:avLst/>
            </a:prstGeom>
          </p:spPr>
        </p:pic>
        <p:sp>
          <p:nvSpPr>
            <p:cNvPr id="4" name="文本框 3"/>
            <p:cNvSpPr txBox="1"/>
            <p:nvPr/>
          </p:nvSpPr>
          <p:spPr>
            <a:xfrm>
              <a:off x="8144073" y="224155"/>
              <a:ext cx="1547649"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项目</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分工</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5" name="TextBox 12"/>
            <p:cNvSpPr txBox="1"/>
            <p:nvPr>
              <p:custDataLst>
                <p:tags r:id="rId24"/>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6" name="直接连接符 5"/>
            <p:cNvCxnSpPr/>
            <p:nvPr>
              <p:custDataLst>
                <p:tags r:id="rId25"/>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26"/>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27"/>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28"/>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06" name="矩形: 圆角 105"/>
          <p:cNvSpPr/>
          <p:nvPr/>
        </p:nvSpPr>
        <p:spPr>
          <a:xfrm>
            <a:off x="518795" y="1123950"/>
            <a:ext cx="11203305" cy="5457825"/>
          </a:xfrm>
          <a:prstGeom prst="roundRect">
            <a:avLst>
              <a:gd name="adj" fmla="val 4591"/>
            </a:avLst>
          </a:prstGeom>
          <a:noFill/>
          <a:ln w="6350">
            <a:gradFill flip="none" rotWithShape="1">
              <a:gsLst>
                <a:gs pos="85000">
                  <a:srgbClr val="1CADE4">
                    <a:lumMod val="30000"/>
                    <a:lumOff val="70000"/>
                  </a:srgbClr>
                </a:gs>
                <a:gs pos="75000">
                  <a:srgbClr val="1CADE4">
                    <a:alpha val="0"/>
                  </a:srgbClr>
                </a:gs>
                <a:gs pos="0">
                  <a:schemeClr val="accent1"/>
                </a:gs>
                <a:gs pos="20000">
                  <a:schemeClr val="accent1">
                    <a:lumMod val="30000"/>
                    <a:lumOff val="70000"/>
                  </a:schemeClr>
                </a:gs>
                <a:gs pos="100000">
                  <a:schemeClr val="accent1">
                    <a:lumMod val="100000"/>
                  </a:schemeClr>
                </a:gs>
              </a:gsLst>
              <a:path path="circle">
                <a:fillToRect l="100000" t="100000"/>
              </a:path>
              <a:tileRect r="-100000" b="-10000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OPPOSans R" panose="00020600040101010101" pitchFamily="18" charset="-122"/>
              <a:ea typeface="OPPOSans R" panose="00020600040101010101" pitchFamily="18" charset="-122"/>
            </a:endParaRPr>
          </a:p>
        </p:txBody>
      </p:sp>
    </p:spTree>
    <p:custDataLst>
      <p:tags r:id="rId29"/>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graphicFrame>
        <p:nvGraphicFramePr>
          <p:cNvPr id="4" name="表格 3"/>
          <p:cNvGraphicFramePr/>
          <p:nvPr/>
        </p:nvGraphicFramePr>
        <p:xfrm>
          <a:off x="1032192" y="1514219"/>
          <a:ext cx="10102215" cy="4286250"/>
        </p:xfrm>
        <a:graphic>
          <a:graphicData uri="http://schemas.openxmlformats.org/drawingml/2006/table">
            <a:tbl>
              <a:tblPr firstRow="1">
                <a:tableStyleId>{B0B42BF4-F71A-42F0-A875-9166FD8D236E}</a:tableStyleId>
              </a:tblPr>
              <a:tblGrid>
                <a:gridCol w="2132965"/>
                <a:gridCol w="3703955"/>
                <a:gridCol w="2132330"/>
                <a:gridCol w="2132965"/>
              </a:tblGrid>
              <a:tr h="568960">
                <a:tc>
                  <a:txBody>
                    <a:bodyPr/>
                    <a:p>
                      <a:pPr marL="0" indent="0" algn="ctr">
                        <a:lnSpc>
                          <a:spcPct val="120000"/>
                        </a:lnSpc>
                      </a:pPr>
                      <a:r>
                        <a:rPr lang="zh-CN" altLang="en-US" sz="1600" spc="120"/>
                        <a:t>经费类型</a:t>
                      </a:r>
                      <a:endParaRPr lang="zh-CN" altLang="en-US" sz="1600" spc="120"/>
                    </a:p>
                  </a:txBody>
                  <a:tcPr marL="254000" marR="254000" marT="127000" marB="127000" anchor="ctr" anchorCtr="0"/>
                </a:tc>
                <a:tc>
                  <a:txBody>
                    <a:bodyPr/>
                    <a:p>
                      <a:pPr marL="0" indent="0" algn="ctr">
                        <a:lnSpc>
                          <a:spcPct val="120000"/>
                        </a:lnSpc>
                      </a:pPr>
                      <a:r>
                        <a:rPr lang="zh-CN" altLang="en-US" sz="1600" spc="120"/>
                        <a:t>具体支出项目</a:t>
                      </a:r>
                      <a:endParaRPr lang="zh-CN" altLang="en-US" sz="1600" spc="120"/>
                    </a:p>
                  </a:txBody>
                  <a:tcPr marL="254000" marR="254000" marT="127000" marB="127000" anchor="ctr" anchorCtr="0"/>
                </a:tc>
                <a:tc>
                  <a:txBody>
                    <a:bodyPr/>
                    <a:p>
                      <a:pPr marL="0" indent="0" algn="ctr">
                        <a:lnSpc>
                          <a:spcPct val="120000"/>
                        </a:lnSpc>
                      </a:pPr>
                      <a:r>
                        <a:rPr lang="zh-CN" altLang="en-US" sz="1600" spc="120"/>
                        <a:t>金额（元）</a:t>
                      </a:r>
                      <a:endParaRPr lang="zh-CN" altLang="en-US" sz="1600" spc="120"/>
                    </a:p>
                  </a:txBody>
                  <a:tcPr marL="254000" marR="254000" marT="127000" marB="127000" anchor="ctr" anchorCtr="0"/>
                </a:tc>
                <a:tc>
                  <a:txBody>
                    <a:bodyPr/>
                    <a:p>
                      <a:pPr marL="0" indent="0" algn="ctr">
                        <a:lnSpc>
                          <a:spcPct val="120000"/>
                        </a:lnSpc>
                      </a:pPr>
                      <a:r>
                        <a:rPr lang="zh-CN" altLang="en-US" sz="1600" spc="120"/>
                        <a:t>占比</a:t>
                      </a:r>
                      <a:endParaRPr lang="zh-CN" altLang="en-US" sz="1600" spc="120"/>
                    </a:p>
                  </a:txBody>
                  <a:tcPr marL="254000" marR="254000" marT="127000" marB="127000" anchor="ctr" anchorCtr="0"/>
                </a:tc>
              </a:tr>
              <a:tr h="530860">
                <a:tc>
                  <a:txBody>
                    <a:bodyPr/>
                    <a:p>
                      <a:pPr marL="0" indent="0" algn="ctr">
                        <a:lnSpc>
                          <a:spcPct val="120000"/>
                        </a:lnSpc>
                      </a:pPr>
                      <a:r>
                        <a:rPr lang="zh-CN" altLang="en-US" sz="1400"/>
                        <a:t>设备及材料购置费</a:t>
                      </a:r>
                      <a:endParaRPr lang="zh-CN" altLang="en-US" sz="1400"/>
                    </a:p>
                  </a:txBody>
                  <a:tcPr marL="254000" marR="254000" marT="127000" marB="127000" anchor="ctr" anchorCtr="0"/>
                </a:tc>
                <a:tc>
                  <a:txBody>
                    <a:bodyPr/>
                    <a:p>
                      <a:pPr marL="0" indent="0" algn="ctr">
                        <a:lnSpc>
                          <a:spcPct val="120000"/>
                        </a:lnSpc>
                      </a:pPr>
                      <a:r>
                        <a:rPr lang="zh-CN" altLang="en-US" sz="1400"/>
                        <a:t>电子设备（插座、U 盘）</a:t>
                      </a:r>
                      <a:endParaRPr lang="zh-CN" altLang="en-US" sz="1400"/>
                    </a:p>
                  </a:txBody>
                  <a:tcPr marL="254000" marR="254000" marT="127000" marB="127000" anchor="ctr" anchorCtr="0"/>
                </a:tc>
                <a:tc>
                  <a:txBody>
                    <a:bodyPr/>
                    <a:p>
                      <a:pPr marL="0" indent="0" algn="ctr">
                        <a:lnSpc>
                          <a:spcPct val="120000"/>
                        </a:lnSpc>
                      </a:pPr>
                      <a:r>
                        <a:rPr lang="zh-CN" altLang="en-US" sz="1400"/>
                        <a:t>1204</a:t>
                      </a:r>
                      <a:endParaRPr lang="zh-CN" altLang="en-US" sz="1400"/>
                    </a:p>
                  </a:txBody>
                  <a:tcPr marL="254000" marR="254000" marT="127000" marB="127000" anchor="ctr" anchorCtr="0"/>
                </a:tc>
                <a:tc>
                  <a:txBody>
                    <a:bodyPr/>
                    <a:p>
                      <a:pPr marL="0" indent="0" algn="ctr">
                        <a:lnSpc>
                          <a:spcPct val="120000"/>
                        </a:lnSpc>
                      </a:pPr>
                      <a:r>
                        <a:rPr lang="en-US" altLang="zh-CN" sz="1400"/>
                        <a:t>34.4%</a:t>
                      </a:r>
                      <a:endParaRPr lang="en-US" altLang="zh-CN" sz="1400"/>
                    </a:p>
                  </a:txBody>
                  <a:tcPr marL="254000" marR="254000" marT="127000" marB="127000" anchor="ctr" anchorCtr="0"/>
                </a:tc>
              </a:tr>
              <a:tr h="530860">
                <a:tc>
                  <a:txBody>
                    <a:bodyPr/>
                    <a:p>
                      <a:pPr marL="0" indent="0" algn="ctr">
                        <a:lnSpc>
                          <a:spcPct val="120000"/>
                        </a:lnSpc>
                      </a:pPr>
                      <a:endParaRPr lang="zh-CN" altLang="en-US" sz="1400"/>
                    </a:p>
                  </a:txBody>
                  <a:tcPr marL="254000" marR="254000" marT="127000" marB="127000" anchor="ctr" anchorCtr="0"/>
                </a:tc>
                <a:tc>
                  <a:txBody>
                    <a:bodyPr/>
                    <a:p>
                      <a:pPr marL="0" indent="0" algn="ctr">
                        <a:lnSpc>
                          <a:spcPct val="120000"/>
                        </a:lnSpc>
                      </a:pPr>
                      <a:r>
                        <a:rPr lang="zh-CN" altLang="en-US" sz="1400"/>
                        <a:t>移动硬盘（1TB）</a:t>
                      </a:r>
                      <a:endParaRPr lang="zh-CN" altLang="en-US" sz="1400"/>
                    </a:p>
                  </a:txBody>
                  <a:tcPr marL="254000" marR="254000" marT="127000" marB="127000" anchor="ctr" anchorCtr="0"/>
                </a:tc>
                <a:tc>
                  <a:txBody>
                    <a:bodyPr/>
                    <a:p>
                      <a:pPr marL="0" indent="0" algn="ctr">
                        <a:lnSpc>
                          <a:spcPct val="120000"/>
                        </a:lnSpc>
                      </a:pPr>
                      <a:r>
                        <a:rPr lang="zh-CN" altLang="en-US" sz="1400"/>
                        <a:t>871</a:t>
                      </a:r>
                      <a:endParaRPr lang="zh-CN" altLang="en-US" sz="1400"/>
                    </a:p>
                  </a:txBody>
                  <a:tcPr marL="254000" marR="254000" marT="127000" marB="127000" anchor="ctr" anchorCtr="0"/>
                </a:tc>
                <a:tc>
                  <a:txBody>
                    <a:bodyPr/>
                    <a:p>
                      <a:pPr marL="0" indent="0" algn="ctr">
                        <a:lnSpc>
                          <a:spcPct val="120000"/>
                        </a:lnSpc>
                      </a:pPr>
                      <a:r>
                        <a:rPr lang="en-US" altLang="zh-CN" sz="1400"/>
                        <a:t>24.9%</a:t>
                      </a:r>
                      <a:endParaRPr lang="en-US" altLang="zh-CN" sz="1400"/>
                    </a:p>
                  </a:txBody>
                  <a:tcPr marL="254000" marR="254000" marT="127000" marB="127000" anchor="ctr" anchorCtr="0"/>
                </a:tc>
              </a:tr>
              <a:tr h="530860">
                <a:tc>
                  <a:txBody>
                    <a:bodyPr/>
                    <a:p>
                      <a:pPr marL="0" indent="0" algn="ctr">
                        <a:lnSpc>
                          <a:spcPct val="120000"/>
                        </a:lnSpc>
                      </a:pPr>
                      <a:endParaRPr lang="zh-CN" altLang="en-US" sz="1400"/>
                    </a:p>
                  </a:txBody>
                  <a:tcPr marL="254000" marR="254000" marT="127000" marB="127000" anchor="ctr" anchorCtr="0"/>
                </a:tc>
                <a:tc>
                  <a:txBody>
                    <a:bodyPr/>
                    <a:p>
                      <a:pPr marL="0" indent="0" algn="ctr">
                        <a:lnSpc>
                          <a:spcPct val="120000"/>
                        </a:lnSpc>
                      </a:pPr>
                      <a:r>
                        <a:rPr lang="zh-CN" altLang="en-US" sz="1400"/>
                        <a:t>软件（墨刀专业版 + 素材）</a:t>
                      </a:r>
                      <a:endParaRPr lang="zh-CN" altLang="en-US" sz="1400"/>
                    </a:p>
                  </a:txBody>
                  <a:tcPr marL="254000" marR="254000" marT="127000" marB="127000" anchor="ctr" anchorCtr="0"/>
                </a:tc>
                <a:tc>
                  <a:txBody>
                    <a:bodyPr/>
                    <a:p>
                      <a:pPr marL="0" indent="0" algn="ctr">
                        <a:lnSpc>
                          <a:spcPct val="120000"/>
                        </a:lnSpc>
                      </a:pPr>
                      <a:r>
                        <a:rPr lang="zh-CN" altLang="en-US" sz="1400"/>
                        <a:t>1033</a:t>
                      </a:r>
                      <a:endParaRPr lang="zh-CN" altLang="en-US" sz="1400"/>
                    </a:p>
                  </a:txBody>
                  <a:tcPr marL="254000" marR="254000" marT="127000" marB="127000" anchor="ctr" anchorCtr="0"/>
                </a:tc>
                <a:tc>
                  <a:txBody>
                    <a:bodyPr/>
                    <a:p>
                      <a:pPr marL="0" indent="0" algn="ctr">
                        <a:lnSpc>
                          <a:spcPct val="120000"/>
                        </a:lnSpc>
                      </a:pPr>
                      <a:r>
                        <a:rPr lang="en-US" altLang="zh-CN" sz="1400"/>
                        <a:t>29.5%</a:t>
                      </a:r>
                      <a:endParaRPr lang="en-US" altLang="zh-CN" sz="1400"/>
                    </a:p>
                  </a:txBody>
                  <a:tcPr marL="254000" marR="254000" marT="127000" marB="127000" anchor="ctr" anchorCtr="0"/>
                </a:tc>
              </a:tr>
              <a:tr h="530860">
                <a:tc>
                  <a:txBody>
                    <a:bodyPr/>
                    <a:p>
                      <a:pPr marL="0" indent="0" algn="ctr">
                        <a:lnSpc>
                          <a:spcPct val="120000"/>
                        </a:lnSpc>
                      </a:pPr>
                      <a:r>
                        <a:rPr lang="zh-CN" altLang="en-US" sz="1400"/>
                        <a:t>印刷与出版费</a:t>
                      </a:r>
                      <a:endParaRPr lang="zh-CN" altLang="en-US" sz="1400"/>
                    </a:p>
                  </a:txBody>
                  <a:tcPr marL="254000" marR="254000" marT="127000" marB="127000" anchor="ctr" anchorCtr="0"/>
                </a:tc>
                <a:tc>
                  <a:txBody>
                    <a:bodyPr/>
                    <a:p>
                      <a:pPr marL="0" indent="0" algn="ctr">
                        <a:lnSpc>
                          <a:spcPct val="120000"/>
                        </a:lnSpc>
                      </a:pPr>
                      <a:r>
                        <a:rPr lang="zh-CN" altLang="en-US" sz="1400"/>
                        <a:t>项目资料印刷</a:t>
                      </a:r>
                      <a:endParaRPr lang="zh-CN" altLang="en-US" sz="1400"/>
                    </a:p>
                  </a:txBody>
                  <a:tcPr marL="254000" marR="254000" marT="127000" marB="127000" anchor="ctr" anchorCtr="0"/>
                </a:tc>
                <a:tc>
                  <a:txBody>
                    <a:bodyPr/>
                    <a:p>
                      <a:pPr marL="0" indent="0" algn="ctr">
                        <a:lnSpc>
                          <a:spcPct val="120000"/>
                        </a:lnSpc>
                      </a:pPr>
                      <a:r>
                        <a:rPr lang="en-US" altLang="zh-CN" sz="1400"/>
                        <a:t>165</a:t>
                      </a:r>
                      <a:endParaRPr lang="en-US" altLang="zh-CN" sz="1400"/>
                    </a:p>
                  </a:txBody>
                  <a:tcPr marL="254000" marR="254000" marT="127000" marB="127000" anchor="ctr" anchorCtr="0"/>
                </a:tc>
                <a:tc>
                  <a:txBody>
                    <a:bodyPr/>
                    <a:p>
                      <a:pPr marL="0" indent="0" algn="ctr">
                        <a:lnSpc>
                          <a:spcPct val="120000"/>
                        </a:lnSpc>
                      </a:pPr>
                      <a:r>
                        <a:rPr lang="en-US" altLang="zh-CN" sz="1400"/>
                        <a:t>4.7%</a:t>
                      </a:r>
                      <a:endParaRPr lang="en-US" altLang="zh-CN" sz="1400"/>
                    </a:p>
                  </a:txBody>
                  <a:tcPr marL="254000" marR="254000" marT="127000" marB="127000" anchor="ctr" anchorCtr="0"/>
                </a:tc>
              </a:tr>
              <a:tr h="531495">
                <a:tc>
                  <a:txBody>
                    <a:bodyPr/>
                    <a:p>
                      <a:pPr marL="0" indent="0" algn="ctr">
                        <a:lnSpc>
                          <a:spcPct val="120000"/>
                        </a:lnSpc>
                      </a:pPr>
                      <a:r>
                        <a:rPr lang="zh-CN" altLang="en-US" sz="1400"/>
                        <a:t>技术服务费</a:t>
                      </a:r>
                      <a:endParaRPr lang="zh-CN" altLang="en-US" sz="1400"/>
                    </a:p>
                  </a:txBody>
                  <a:tcPr marL="254000" marR="254000" marT="127000" marB="127000" anchor="ctr" anchorCtr="0"/>
                </a:tc>
                <a:tc>
                  <a:txBody>
                    <a:bodyPr/>
                    <a:p>
                      <a:pPr marL="0" indent="0" algn="ctr">
                        <a:lnSpc>
                          <a:spcPct val="120000"/>
                        </a:lnSpc>
                      </a:pPr>
                      <a:r>
                        <a:rPr lang="zh-CN" altLang="en-US" sz="1400"/>
                        <a:t>Cursor Pro 专业版</a:t>
                      </a:r>
                      <a:endParaRPr lang="zh-CN" altLang="en-US" sz="1400"/>
                    </a:p>
                  </a:txBody>
                  <a:tcPr marL="254000" marR="254000" marT="127000" marB="127000" anchor="ctr" anchorCtr="0"/>
                </a:tc>
                <a:tc>
                  <a:txBody>
                    <a:bodyPr/>
                    <a:p>
                      <a:pPr marL="0" indent="0" algn="ctr">
                        <a:lnSpc>
                          <a:spcPct val="120000"/>
                        </a:lnSpc>
                      </a:pPr>
                      <a:r>
                        <a:rPr lang="zh-CN" altLang="en-US" sz="1400"/>
                        <a:t>127</a:t>
                      </a:r>
                      <a:endParaRPr lang="zh-CN" altLang="en-US" sz="1400"/>
                    </a:p>
                  </a:txBody>
                  <a:tcPr marL="254000" marR="254000" marT="127000" marB="127000" anchor="ctr" anchorCtr="0"/>
                </a:tc>
                <a:tc>
                  <a:txBody>
                    <a:bodyPr/>
                    <a:p>
                      <a:pPr marL="0" indent="0" algn="ctr">
                        <a:lnSpc>
                          <a:spcPct val="120000"/>
                        </a:lnSpc>
                      </a:pPr>
                      <a:r>
                        <a:rPr lang="en-US" altLang="zh-CN" sz="1400"/>
                        <a:t>3.6%</a:t>
                      </a:r>
                      <a:endParaRPr lang="en-US" altLang="zh-CN" sz="1400"/>
                    </a:p>
                  </a:txBody>
                  <a:tcPr marL="254000" marR="254000" marT="127000" marB="127000" anchor="ctr" anchorCtr="0"/>
                </a:tc>
              </a:tr>
            </a:tbl>
          </a:graphicData>
        </a:graphic>
      </p:graphicFrame>
      <p:pic>
        <p:nvPicPr>
          <p:cNvPr id="83" name="图片 8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2359"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2"/>
              </p:custDataLst>
            </p:nvPr>
          </p:nvSpPr>
          <p:spPr>
            <a:xfrm>
              <a:off x="3421614" y="352356"/>
              <a:ext cx="1014944"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2" name="TextBox 12"/>
            <p:cNvSpPr txBox="1"/>
            <p:nvPr>
              <p:custDataLst>
                <p:tags r:id="rId3"/>
              </p:custDataLst>
            </p:nvPr>
          </p:nvSpPr>
          <p:spPr>
            <a:xfrm>
              <a:off x="6489095" y="352356"/>
              <a:ext cx="1014944" cy="276860"/>
            </a:xfrm>
            <a:prstGeom prst="rect">
              <a:avLst/>
            </a:prstGeom>
            <a:noFill/>
          </p:spPr>
          <p:txBody>
            <a:bodyPr wrap="none" lIns="0" tIns="0" rIns="0" bIns="0" rtlCol="0">
              <a:spAutoFit/>
            </a:bodyPr>
            <a:lstStyle/>
            <a:p>
              <a:pPr lvl="0" algn="ctr">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4"/>
              </p:custDataLst>
            </p:nvPr>
          </p:nvSpPr>
          <p:spPr>
            <a:xfrm>
              <a:off x="4958163" y="352356"/>
              <a:ext cx="1009336"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5"/>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6"/>
            <a:stretch>
              <a:fillRect/>
            </a:stretch>
          </p:blipFill>
          <p:spPr>
            <a:xfrm>
              <a:off x="9945308" y="382735"/>
              <a:ext cx="216240" cy="216240"/>
            </a:xfrm>
            <a:prstGeom prst="rect">
              <a:avLst/>
            </a:prstGeom>
          </p:spPr>
        </p:pic>
        <p:sp>
          <p:nvSpPr>
            <p:cNvPr id="5" name="文本框 4"/>
            <p:cNvSpPr txBox="1"/>
            <p:nvPr/>
          </p:nvSpPr>
          <p:spPr>
            <a:xfrm>
              <a:off x="8144073" y="224155"/>
              <a:ext cx="1547649"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经费</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使用</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7" name="TextBox 12"/>
            <p:cNvSpPr txBox="1"/>
            <p:nvPr>
              <p:custDataLst>
                <p:tags r:id="rId7"/>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0" name="直接连接符 9"/>
            <p:cNvCxnSpPr/>
            <p:nvPr>
              <p:custDataLst>
                <p:tags r:id="rId8"/>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9"/>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0"/>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11"/>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alphaModFix amt="80000"/>
          </a:blip>
          <a:srcRect t="9469" b="6211"/>
          <a:stretch>
            <a:fillRect/>
          </a:stretch>
        </p:blipFill>
        <p:spPr>
          <a:xfrm>
            <a:off x="0" y="0"/>
            <a:ext cx="12192000" cy="6858000"/>
          </a:xfrm>
          <a:prstGeom prst="rect">
            <a:avLst/>
          </a:prstGeom>
        </p:spPr>
      </p:pic>
      <p:sp>
        <p:nvSpPr>
          <p:cNvPr id="8" name="矩形 7"/>
          <p:cNvSpPr/>
          <p:nvPr/>
        </p:nvSpPr>
        <p:spPr>
          <a:xfrm>
            <a:off x="0" y="4255135"/>
            <a:ext cx="12245340" cy="2242185"/>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989FBC"/>
              </a:solidFill>
              <a:latin typeface="钉钉进步体"/>
              <a:ea typeface="微软雅黑" panose="020B0503020204020204" charset="-122"/>
              <a:sym typeface="钉钉进步体"/>
            </a:endParaRPr>
          </a:p>
        </p:txBody>
      </p:sp>
      <p:sp>
        <p:nvSpPr>
          <p:cNvPr id="7" name="文本占位符 4"/>
          <p:cNvSpPr>
            <a:spLocks noGrp="1"/>
          </p:cNvSpPr>
          <p:nvPr>
            <p:custDataLst>
              <p:tags r:id="rId2"/>
            </p:custDataLst>
          </p:nvPr>
        </p:nvSpPr>
        <p:spPr>
          <a:xfrm>
            <a:off x="692785" y="4399915"/>
            <a:ext cx="2323465" cy="1951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10000"/>
              </a:lnSpc>
              <a:buClrTx/>
              <a:buSzTx/>
              <a:buFontTx/>
              <a:buNone/>
            </a:pPr>
            <a:r>
              <a:rPr lang="en-US" altLang="zh-CN" sz="9600" i="1" dirty="0">
                <a:solidFill>
                  <a:srgbClr val="877766"/>
                </a:solidFill>
                <a:latin typeface="MiSans Bold" panose="00000800000000000000" charset="-122"/>
                <a:ea typeface="MiSans Bold" panose="00000800000000000000" charset="-122"/>
              </a:rPr>
              <a:t>03</a:t>
            </a:r>
            <a:endParaRPr lang="en-US" altLang="zh-CN" sz="9600" i="1" dirty="0">
              <a:solidFill>
                <a:srgbClr val="877766"/>
              </a:solidFill>
              <a:latin typeface="MiSans Bold" panose="00000800000000000000" charset="-122"/>
              <a:ea typeface="MiSans Bold" panose="00000800000000000000" charset="-122"/>
            </a:endParaRPr>
          </a:p>
        </p:txBody>
      </p:sp>
      <p:sp>
        <p:nvSpPr>
          <p:cNvPr id="6" name="文本框 5"/>
          <p:cNvSpPr txBox="1"/>
          <p:nvPr/>
        </p:nvSpPr>
        <p:spPr>
          <a:xfrm>
            <a:off x="5213350" y="4915535"/>
            <a:ext cx="6096000" cy="922020"/>
          </a:xfrm>
          <a:prstGeom prst="rect">
            <a:avLst/>
          </a:prstGeom>
          <a:noFill/>
        </p:spPr>
        <p:txBody>
          <a:bodyPr wrap="square" rtlCol="0" anchor="t">
            <a:spAutoFit/>
          </a:bodyPr>
          <a:p>
            <a:pPr lvl="0" algn="l">
              <a:buClrTx/>
              <a:buSzTx/>
              <a:buFontTx/>
            </a:pPr>
            <a:r>
              <a:rPr lang="zh-CN" altLang="en-US" sz="5400" i="1" smtClean="0">
                <a:ln>
                  <a:noFill/>
                  <a:prstDash val="sysDot"/>
                </a:ln>
                <a:solidFill>
                  <a:srgbClr val="877766"/>
                </a:solidFill>
                <a:latin typeface="MiSans Bold" panose="00000800000000000000" charset="-122"/>
                <a:ea typeface="MiSans Bold" panose="00000800000000000000" charset="-122"/>
                <a:sym typeface="+mn-ea"/>
              </a:rPr>
              <a:t>项目</a:t>
            </a:r>
            <a:r>
              <a:rPr lang="zh-CN" altLang="en-US" sz="5400" i="1" smtClean="0">
                <a:ln>
                  <a:noFill/>
                  <a:prstDash val="sysDot"/>
                </a:ln>
                <a:solidFill>
                  <a:srgbClr val="877766"/>
                </a:solidFill>
                <a:latin typeface="MiSans Bold" panose="00000800000000000000" charset="-122"/>
                <a:ea typeface="MiSans Bold" panose="00000800000000000000" charset="-122"/>
                <a:sym typeface="+mn-ea"/>
              </a:rPr>
              <a:t>规划</a:t>
            </a:r>
            <a:endParaRPr lang="zh-CN" altLang="en-US" sz="5400" i="1" smtClean="0">
              <a:ln>
                <a:noFill/>
                <a:prstDash val="sysDot"/>
              </a:ln>
              <a:solidFill>
                <a:srgbClr val="877766"/>
              </a:solidFill>
              <a:latin typeface="MiSans Bold" panose="00000800000000000000" charset="-122"/>
              <a:ea typeface="MiSans Bold" panose="00000800000000000000" charset="-122"/>
              <a:sym typeface="+mn-ea"/>
            </a:endParaRPr>
          </a:p>
        </p:txBody>
      </p:sp>
      <p:pic>
        <p:nvPicPr>
          <p:cNvPr id="83" name="图片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90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sp>
        <p:nvSpPr>
          <p:cNvPr id="4" name="平行四边形 3"/>
          <p:cNvSpPr/>
          <p:nvPr>
            <p:custDataLst>
              <p:tags r:id="rId1"/>
            </p:custDataLst>
          </p:nvPr>
        </p:nvSpPr>
        <p:spPr>
          <a:xfrm rot="16200000">
            <a:off x="4022090" y="1875155"/>
            <a:ext cx="529590" cy="613410"/>
          </a:xfrm>
          <a:prstGeom prst="parallelogram">
            <a:avLst>
              <a:gd name="adj" fmla="val 47404"/>
            </a:avLst>
          </a:prstGeom>
          <a:gradFill>
            <a:gsLst>
              <a:gs pos="0">
                <a:schemeClr val="accent1">
                  <a:lumMod val="85000"/>
                  <a:alpha val="100000"/>
                </a:schemeClr>
              </a:gs>
              <a:gs pos="100000">
                <a:schemeClr val="accent1">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28" name="直接连接符 27"/>
          <p:cNvCxnSpPr/>
          <p:nvPr>
            <p:custDataLst>
              <p:tags r:id="rId2"/>
            </p:custDataLst>
          </p:nvPr>
        </p:nvCxnSpPr>
        <p:spPr>
          <a:xfrm>
            <a:off x="7542530" y="1754505"/>
            <a:ext cx="830580" cy="8255"/>
          </a:xfrm>
          <a:prstGeom prst="line">
            <a:avLst/>
          </a:prstGeom>
          <a:ln w="9525">
            <a:solidFill>
              <a:schemeClr val="accent1">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2" name="矩形 1"/>
          <p:cNvSpPr/>
          <p:nvPr>
            <p:custDataLst>
              <p:tags r:id="rId3"/>
            </p:custDataLst>
          </p:nvPr>
        </p:nvSpPr>
        <p:spPr>
          <a:xfrm>
            <a:off x="9152255" y="793750"/>
            <a:ext cx="2601595" cy="1747520"/>
          </a:xfrm>
          <a:prstGeom prst="rect">
            <a:avLst/>
          </a:prstGeom>
          <a:noFill/>
        </p:spPr>
        <p:txBody>
          <a:bodyPr wrap="square" lIns="0" tIns="0" rIns="0" bIns="0" rtlCol="0" anchor="ctr" anchorCtr="0">
            <a:noAutofit/>
          </a:bodyPr>
          <a:lstStyle/>
          <a:p>
            <a:pPr indent="457200" algn="just">
              <a:lnSpc>
                <a:spcPct val="130000"/>
              </a:lnSpc>
              <a:buClrTx/>
              <a:buSzTx/>
              <a:buNone/>
            </a:pPr>
            <a:r>
              <a:rPr lang="zh-CN" altLang="en-US" sz="1400">
                <a:solidFill>
                  <a:schemeClr val="tx1">
                    <a:lumMod val="85000"/>
                    <a:lumOff val="15000"/>
                  </a:schemeClr>
                </a:solidFill>
                <a:latin typeface="+mn-ea"/>
                <a:cs typeface="+mn-ea"/>
                <a:sym typeface="+mn-ea"/>
              </a:rPr>
              <a:t>继续完善核心模块开发，实现“丝路遗珍”“图像处理”“登录 / 论坛”“AI 交互”四大功能联动；并在</a:t>
            </a:r>
            <a:r>
              <a:rPr lang="en-US" altLang="zh-CN" sz="1400">
                <a:solidFill>
                  <a:schemeClr val="tx1">
                    <a:lumMod val="85000"/>
                    <a:lumOff val="15000"/>
                  </a:schemeClr>
                </a:solidFill>
                <a:latin typeface="+mn-ea"/>
                <a:cs typeface="+mn-ea"/>
                <a:sym typeface="+mn-ea"/>
              </a:rPr>
              <a:t>12</a:t>
            </a:r>
            <a:r>
              <a:rPr lang="zh-CN" altLang="en-US" sz="1400">
                <a:solidFill>
                  <a:schemeClr val="tx1">
                    <a:lumMod val="85000"/>
                    <a:lumOff val="15000"/>
                  </a:schemeClr>
                </a:solidFill>
                <a:latin typeface="+mn-ea"/>
                <a:cs typeface="+mn-ea"/>
                <a:sym typeface="+mn-ea"/>
              </a:rPr>
              <a:t>月份申请</a:t>
            </a:r>
            <a:r>
              <a:rPr lang="zh-CN" altLang="en-US" sz="1400">
                <a:solidFill>
                  <a:schemeClr val="tx1">
                    <a:lumMod val="85000"/>
                    <a:lumOff val="15000"/>
                  </a:schemeClr>
                </a:solidFill>
                <a:latin typeface="+mn-ea"/>
                <a:cs typeface="+mn-ea"/>
                <a:sym typeface="+mn-ea"/>
              </a:rPr>
              <a:t>著作权。</a:t>
            </a:r>
            <a:endParaRPr lang="zh-CN" altLang="en-US" sz="1400">
              <a:solidFill>
                <a:schemeClr val="tx1">
                  <a:lumMod val="85000"/>
                  <a:lumOff val="15000"/>
                </a:schemeClr>
              </a:solidFill>
              <a:latin typeface="+mn-ea"/>
              <a:cs typeface="+mn-ea"/>
              <a:sym typeface="+mn-ea"/>
            </a:endParaRPr>
          </a:p>
        </p:txBody>
      </p:sp>
      <p:sp>
        <p:nvSpPr>
          <p:cNvPr id="33" name="椭圆 32"/>
          <p:cNvSpPr/>
          <p:nvPr>
            <p:custDataLst>
              <p:tags r:id="rId4"/>
            </p:custDataLst>
          </p:nvPr>
        </p:nvSpPr>
        <p:spPr>
          <a:xfrm>
            <a:off x="8459470" y="1532890"/>
            <a:ext cx="459740" cy="459740"/>
          </a:xfrm>
          <a:prstGeom prst="ellipse">
            <a:avLst/>
          </a:prstGeom>
          <a:gradFill>
            <a:gsLst>
              <a:gs pos="0">
                <a:schemeClr val="accent1">
                  <a:lumMod val="75000"/>
                  <a:lumOff val="25000"/>
                  <a:alpha val="100000"/>
                </a:schemeClr>
              </a:gs>
              <a:gs pos="100000">
                <a:schemeClr val="accent1">
                  <a:lumMod val="85000"/>
                  <a:lumOff val="15000"/>
                  <a:alpha val="100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0" name="标题"/>
          <p:cNvSpPr/>
          <p:nvPr>
            <p:custDataLst>
              <p:tags r:id="rId5"/>
            </p:custDataLst>
          </p:nvPr>
        </p:nvSpPr>
        <p:spPr>
          <a:xfrm>
            <a:off x="3979545" y="1330960"/>
            <a:ext cx="3359785" cy="864235"/>
          </a:xfrm>
          <a:prstGeom prst="rect">
            <a:avLst/>
          </a:prstGeom>
          <a:gradFill>
            <a:gsLst>
              <a:gs pos="80000">
                <a:schemeClr val="accent1">
                  <a:lumMod val="70000"/>
                  <a:lumOff val="30000"/>
                  <a:alpha val="100000"/>
                </a:schemeClr>
              </a:gs>
              <a:gs pos="20000">
                <a:schemeClr val="accent1">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sz="1600" b="1">
                <a:solidFill>
                  <a:srgbClr val="FFFFFF"/>
                </a:solidFill>
                <a:uFillTx/>
                <a:latin typeface="+mn-ea"/>
                <a:cs typeface="+mn-ea"/>
                <a:sym typeface="+mn-ea"/>
              </a:rPr>
              <a:t>项目</a:t>
            </a:r>
            <a:r>
              <a:rPr lang="zh-CN" altLang="en-US" sz="1600" b="1">
                <a:solidFill>
                  <a:srgbClr val="FFFFFF"/>
                </a:solidFill>
                <a:uFillTx/>
                <a:latin typeface="+mn-ea"/>
                <a:cs typeface="+mn-ea"/>
                <a:sym typeface="+mn-ea"/>
              </a:rPr>
              <a:t>壁垒</a:t>
            </a:r>
            <a:endParaRPr lang="zh-CN" altLang="en-US" sz="1600" b="1">
              <a:solidFill>
                <a:srgbClr val="FFFFFF"/>
              </a:solidFill>
              <a:uFillTx/>
              <a:latin typeface="+mn-ea"/>
              <a:cs typeface="+mn-ea"/>
              <a:sym typeface="+mn-ea"/>
            </a:endParaRPr>
          </a:p>
        </p:txBody>
      </p:sp>
      <p:sp>
        <p:nvSpPr>
          <p:cNvPr id="5" name="平行四边形 4"/>
          <p:cNvSpPr/>
          <p:nvPr>
            <p:custDataLst>
              <p:tags r:id="rId6"/>
            </p:custDataLst>
          </p:nvPr>
        </p:nvSpPr>
        <p:spPr>
          <a:xfrm rot="16200000" flipH="1">
            <a:off x="7550150" y="3462655"/>
            <a:ext cx="529590" cy="613410"/>
          </a:xfrm>
          <a:prstGeom prst="parallelogram">
            <a:avLst>
              <a:gd name="adj" fmla="val 47404"/>
            </a:avLst>
          </a:prstGeom>
          <a:gradFill>
            <a:gsLst>
              <a:gs pos="0">
                <a:schemeClr val="accent2">
                  <a:lumMod val="75000"/>
                  <a:alpha val="100000"/>
                </a:schemeClr>
              </a:gs>
              <a:gs pos="100000">
                <a:schemeClr val="accent2">
                  <a:lumMod val="9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7" name="直接连接符 6"/>
          <p:cNvCxnSpPr/>
          <p:nvPr>
            <p:custDataLst>
              <p:tags r:id="rId7"/>
            </p:custDataLst>
          </p:nvPr>
        </p:nvCxnSpPr>
        <p:spPr>
          <a:xfrm flipH="1">
            <a:off x="3728720" y="3350260"/>
            <a:ext cx="826135" cy="0"/>
          </a:xfrm>
          <a:prstGeom prst="line">
            <a:avLst/>
          </a:prstGeom>
          <a:ln w="9525">
            <a:solidFill>
              <a:schemeClr val="accent2">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9" name="矩形 8"/>
          <p:cNvSpPr/>
          <p:nvPr>
            <p:custDataLst>
              <p:tags r:id="rId8"/>
            </p:custDataLst>
          </p:nvPr>
        </p:nvSpPr>
        <p:spPr>
          <a:xfrm flipH="1">
            <a:off x="316865" y="2219960"/>
            <a:ext cx="2809875" cy="2261870"/>
          </a:xfrm>
          <a:prstGeom prst="rect">
            <a:avLst/>
          </a:prstGeom>
          <a:noFill/>
        </p:spPr>
        <p:txBody>
          <a:bodyPr wrap="square" lIns="0" tIns="0" rIns="0" bIns="0" rtlCol="0" anchor="ctr" anchorCtr="0">
            <a:noAutofit/>
          </a:bodyPr>
          <a:lstStyle/>
          <a:p>
            <a:pPr marL="0" lvl="0" indent="457200" algn="just">
              <a:lnSpc>
                <a:spcPct val="130000"/>
              </a:lnSpc>
              <a:buClrTx/>
              <a:buSzTx/>
              <a:buNone/>
            </a:pPr>
            <a:r>
              <a:rPr lang="zh-CN" altLang="en-US" sz="1400">
                <a:sym typeface="+mn-ea"/>
              </a:rPr>
              <a:t>完善技术文档，用户使用手册，实现</a:t>
            </a:r>
            <a:r>
              <a:rPr lang="zh-CN" altLang="en-US" sz="1400">
                <a:sym typeface="+mn-ea"/>
              </a:rPr>
              <a:t>商业与社会价值延伸。争取与宁夏文旅部门进行合作，开放数据资源，提高产品</a:t>
            </a:r>
            <a:r>
              <a:rPr lang="zh-CN" altLang="en-US" sz="1400">
                <a:sym typeface="+mn-ea"/>
              </a:rPr>
              <a:t>曝光度。</a:t>
            </a:r>
            <a:endParaRPr lang="zh-CN" altLang="en-US" sz="1400">
              <a:sym typeface="+mn-ea"/>
            </a:endParaRPr>
          </a:p>
        </p:txBody>
      </p:sp>
      <p:sp>
        <p:nvSpPr>
          <p:cNvPr id="13" name="标题"/>
          <p:cNvSpPr/>
          <p:nvPr>
            <p:custDataLst>
              <p:tags r:id="rId9"/>
            </p:custDataLst>
          </p:nvPr>
        </p:nvSpPr>
        <p:spPr>
          <a:xfrm flipH="1">
            <a:off x="4724400" y="2918460"/>
            <a:ext cx="3359785" cy="864235"/>
          </a:xfrm>
          <a:prstGeom prst="rect">
            <a:avLst/>
          </a:prstGeom>
          <a:gradFill>
            <a:gsLst>
              <a:gs pos="80000">
                <a:schemeClr val="accent2">
                  <a:lumMod val="70000"/>
                  <a:lumOff val="30000"/>
                  <a:alpha val="100000"/>
                </a:schemeClr>
              </a:gs>
              <a:gs pos="20000">
                <a:schemeClr val="accent2">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1600" b="1">
                <a:solidFill>
                  <a:srgbClr val="FFFFFF"/>
                </a:solidFill>
                <a:uFillTx/>
                <a:latin typeface="+mn-ea"/>
                <a:cs typeface="+mn-ea"/>
                <a:sym typeface="+mn-ea"/>
              </a:rPr>
              <a:t>项目</a:t>
            </a:r>
            <a:r>
              <a:rPr lang="zh-CN" altLang="en-US" sz="1600" b="1">
                <a:solidFill>
                  <a:srgbClr val="FFFFFF"/>
                </a:solidFill>
                <a:uFillTx/>
                <a:latin typeface="+mn-ea"/>
                <a:cs typeface="+mn-ea"/>
                <a:sym typeface="+mn-ea"/>
              </a:rPr>
              <a:t>宣发</a:t>
            </a:r>
            <a:endParaRPr lang="zh-CN" altLang="en-US" sz="1600" b="1">
              <a:solidFill>
                <a:srgbClr val="FFFFFF"/>
              </a:solidFill>
              <a:uFillTx/>
              <a:latin typeface="+mn-ea"/>
              <a:cs typeface="+mn-ea"/>
              <a:sym typeface="+mn-ea"/>
            </a:endParaRPr>
          </a:p>
        </p:txBody>
      </p:sp>
      <p:sp>
        <p:nvSpPr>
          <p:cNvPr id="8" name="椭圆 7"/>
          <p:cNvSpPr/>
          <p:nvPr>
            <p:custDataLst>
              <p:tags r:id="rId10"/>
            </p:custDataLst>
          </p:nvPr>
        </p:nvSpPr>
        <p:spPr>
          <a:xfrm flipH="1">
            <a:off x="3197860" y="3112770"/>
            <a:ext cx="459740" cy="459740"/>
          </a:xfrm>
          <a:prstGeom prst="ellipse">
            <a:avLst/>
          </a:prstGeom>
          <a:gradFill>
            <a:gsLst>
              <a:gs pos="0">
                <a:schemeClr val="accent2">
                  <a:lumMod val="75000"/>
                  <a:lumOff val="25000"/>
                  <a:alpha val="100000"/>
                </a:schemeClr>
              </a:gs>
              <a:gs pos="100000">
                <a:schemeClr val="accent2">
                  <a:lumMod val="85000"/>
                  <a:lumOff val="15000"/>
                  <a:alpha val="100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3" name="平行四边形 2"/>
          <p:cNvSpPr/>
          <p:nvPr>
            <p:custDataLst>
              <p:tags r:id="rId11"/>
            </p:custDataLst>
          </p:nvPr>
        </p:nvSpPr>
        <p:spPr>
          <a:xfrm rot="16200000">
            <a:off x="4022090" y="5000625"/>
            <a:ext cx="529590" cy="613410"/>
          </a:xfrm>
          <a:prstGeom prst="parallelogram">
            <a:avLst>
              <a:gd name="adj" fmla="val 47404"/>
            </a:avLst>
          </a:prstGeom>
          <a:gradFill>
            <a:gsLst>
              <a:gs pos="0">
                <a:schemeClr val="accent3">
                  <a:lumMod val="85000"/>
                  <a:alpha val="100000"/>
                </a:schemeClr>
              </a:gs>
              <a:gs pos="100000">
                <a:schemeClr val="accent3">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11" name="直接连接符 10"/>
          <p:cNvCxnSpPr/>
          <p:nvPr>
            <p:custDataLst>
              <p:tags r:id="rId12"/>
            </p:custDataLst>
          </p:nvPr>
        </p:nvCxnSpPr>
        <p:spPr>
          <a:xfrm flipV="1">
            <a:off x="7546975" y="4888230"/>
            <a:ext cx="826135" cy="635"/>
          </a:xfrm>
          <a:prstGeom prst="line">
            <a:avLst/>
          </a:prstGeom>
          <a:ln w="9525">
            <a:solidFill>
              <a:schemeClr val="accent3">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14" name="矩形 13"/>
          <p:cNvSpPr/>
          <p:nvPr>
            <p:custDataLst>
              <p:tags r:id="rId13"/>
            </p:custDataLst>
          </p:nvPr>
        </p:nvSpPr>
        <p:spPr>
          <a:xfrm>
            <a:off x="9151620" y="3189605"/>
            <a:ext cx="2602230" cy="3132455"/>
          </a:xfrm>
          <a:prstGeom prst="rect">
            <a:avLst/>
          </a:prstGeom>
          <a:noFill/>
        </p:spPr>
        <p:txBody>
          <a:bodyPr wrap="square" lIns="0" tIns="0" rIns="0" bIns="0" rtlCol="0" anchor="ctr" anchorCtr="0">
            <a:noAutofit/>
          </a:bodyPr>
          <a:lstStyle/>
          <a:p>
            <a:pPr marL="0" lvl="0" indent="457200" algn="just">
              <a:lnSpc>
                <a:spcPct val="130000"/>
              </a:lnSpc>
              <a:buClrTx/>
              <a:buSzTx/>
              <a:buNone/>
            </a:pPr>
            <a:r>
              <a:rPr lang="zh-CN" altLang="en-US" sz="1400">
                <a:sym typeface="+mn-ea"/>
              </a:rPr>
              <a:t>纵向</a:t>
            </a:r>
            <a:r>
              <a:rPr lang="zh-CN" altLang="en-US" sz="1400">
                <a:sym typeface="+mn-ea"/>
              </a:rPr>
              <a:t>拓展：</a:t>
            </a:r>
            <a:r>
              <a:rPr lang="en-US" altLang="zh-CN" sz="1400">
                <a:sym typeface="+mn-ea"/>
              </a:rPr>
              <a:t>IP</a:t>
            </a:r>
            <a:r>
              <a:rPr lang="zh-CN" altLang="en-US" sz="1400">
                <a:sym typeface="+mn-ea"/>
              </a:rPr>
              <a:t>生态矩阵，对于爆品功能进行深度开发</a:t>
            </a:r>
            <a:endParaRPr lang="zh-CN" altLang="en-US" sz="1400"/>
          </a:p>
          <a:p>
            <a:pPr marL="0" lvl="0" indent="457200" algn="just">
              <a:lnSpc>
                <a:spcPct val="130000"/>
              </a:lnSpc>
              <a:buClrTx/>
              <a:buSzTx/>
              <a:buNone/>
            </a:pPr>
            <a:r>
              <a:rPr lang="zh-CN" altLang="en-US" sz="1400">
                <a:sym typeface="+mn-ea"/>
              </a:rPr>
              <a:t>横向</a:t>
            </a:r>
            <a:r>
              <a:rPr lang="zh-CN" altLang="en-US" sz="1400">
                <a:sym typeface="+mn-ea"/>
              </a:rPr>
              <a:t>深化：</a:t>
            </a:r>
            <a:r>
              <a:rPr lang="zh-CN" altLang="en-US" sz="1400">
                <a:sym typeface="+mn-ea"/>
              </a:rPr>
              <a:t>基于现有框架，</a:t>
            </a:r>
            <a:r>
              <a:rPr lang="zh-CN" altLang="en-US" sz="1400">
                <a:sym typeface="+mn-ea"/>
              </a:rPr>
              <a:t>引入</a:t>
            </a:r>
            <a:r>
              <a:rPr lang="en-US" altLang="zh-CN" sz="1400">
                <a:sym typeface="+mn-ea"/>
              </a:rPr>
              <a:t> VR/AR </a:t>
            </a:r>
            <a:r>
              <a:rPr lang="zh-CN" altLang="en-US" sz="1400">
                <a:sym typeface="+mn-ea"/>
              </a:rPr>
              <a:t>技术，实现西夏景点虚拟漫游；开发移动端</a:t>
            </a:r>
            <a:r>
              <a:rPr lang="en-US" altLang="zh-CN" sz="1400">
                <a:sym typeface="+mn-ea"/>
              </a:rPr>
              <a:t> APP</a:t>
            </a:r>
            <a:r>
              <a:rPr lang="zh-CN" altLang="en-US" sz="1400">
                <a:sym typeface="+mn-ea"/>
              </a:rPr>
              <a:t>，提升用户随时随地访问便利性。</a:t>
            </a:r>
            <a:endParaRPr lang="zh-CN" altLang="en-US" sz="1400"/>
          </a:p>
          <a:p>
            <a:pPr marL="0" lvl="0" indent="457200" algn="just">
              <a:lnSpc>
                <a:spcPct val="130000"/>
              </a:lnSpc>
              <a:buClrTx/>
              <a:buSzTx/>
              <a:buNone/>
            </a:pPr>
            <a:endParaRPr lang="zh-CN" altLang="en-US" sz="1400">
              <a:solidFill>
                <a:schemeClr val="tx1">
                  <a:lumMod val="85000"/>
                  <a:lumOff val="15000"/>
                </a:schemeClr>
              </a:solidFill>
              <a:latin typeface="+mn-ea"/>
              <a:cs typeface="+mn-ea"/>
              <a:sym typeface="+mn-ea"/>
            </a:endParaRPr>
          </a:p>
        </p:txBody>
      </p:sp>
      <p:sp>
        <p:nvSpPr>
          <p:cNvPr id="12" name="椭圆 11"/>
          <p:cNvSpPr/>
          <p:nvPr>
            <p:custDataLst>
              <p:tags r:id="rId14"/>
            </p:custDataLst>
          </p:nvPr>
        </p:nvSpPr>
        <p:spPr>
          <a:xfrm>
            <a:off x="8459470" y="4658360"/>
            <a:ext cx="459740" cy="459740"/>
          </a:xfrm>
          <a:prstGeom prst="ellipse">
            <a:avLst/>
          </a:prstGeom>
          <a:solidFill>
            <a:schemeClr val="accent3"/>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6" name="标题"/>
          <p:cNvSpPr/>
          <p:nvPr>
            <p:custDataLst>
              <p:tags r:id="rId15"/>
            </p:custDataLst>
          </p:nvPr>
        </p:nvSpPr>
        <p:spPr>
          <a:xfrm>
            <a:off x="3979545" y="4456430"/>
            <a:ext cx="3359785" cy="864235"/>
          </a:xfrm>
          <a:prstGeom prst="rect">
            <a:avLst/>
          </a:prstGeom>
          <a:gradFill>
            <a:gsLst>
              <a:gs pos="80000">
                <a:schemeClr val="accent3">
                  <a:lumMod val="70000"/>
                  <a:lumOff val="30000"/>
                  <a:alpha val="100000"/>
                </a:schemeClr>
              </a:gs>
              <a:gs pos="20000">
                <a:schemeClr val="accent3">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sz="1600" b="1">
                <a:solidFill>
                  <a:srgbClr val="FFFFFF"/>
                </a:solidFill>
                <a:uFillTx/>
                <a:latin typeface="+mn-ea"/>
                <a:cs typeface="+mn-ea"/>
                <a:sym typeface="+mn-ea"/>
              </a:rPr>
              <a:t>项目</a:t>
            </a:r>
            <a:r>
              <a:rPr lang="zh-CN" altLang="en-US" sz="1600" b="1">
                <a:solidFill>
                  <a:srgbClr val="FFFFFF"/>
                </a:solidFill>
                <a:uFillTx/>
                <a:latin typeface="+mn-ea"/>
                <a:cs typeface="+mn-ea"/>
                <a:sym typeface="+mn-ea"/>
              </a:rPr>
              <a:t>迭代</a:t>
            </a:r>
            <a:endParaRPr lang="zh-CN" altLang="en-US" sz="1600" b="1">
              <a:solidFill>
                <a:srgbClr val="FFFFFF"/>
              </a:solidFill>
              <a:uFillTx/>
              <a:latin typeface="+mn-ea"/>
              <a:cs typeface="+mn-ea"/>
              <a:sym typeface="+mn-ea"/>
            </a:endParaRPr>
          </a:p>
        </p:txBody>
      </p:sp>
      <p:pic>
        <p:nvPicPr>
          <p:cNvPr id="83" name="图片 8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166317"/>
            <a:ext cx="9220200" cy="533400"/>
            <a:chOff x="561420" y="224155"/>
            <a:chExt cx="10177473" cy="533400"/>
          </a:xfrm>
        </p:grpSpPr>
        <p:sp>
          <p:nvSpPr>
            <p:cNvPr id="2359" name="矩形: 圆角 2358"/>
            <p:cNvSpPr/>
            <p:nvPr/>
          </p:nvSpPr>
          <p:spPr>
            <a:xfrm>
              <a:off x="3145741" y="224155"/>
              <a:ext cx="7593152"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361" name="TextBox 8"/>
            <p:cNvSpPr txBox="1"/>
            <p:nvPr>
              <p:custDataLst>
                <p:tags r:id="rId17"/>
              </p:custDataLst>
            </p:nvPr>
          </p:nvSpPr>
          <p:spPr>
            <a:xfrm>
              <a:off x="3421614" y="352356"/>
              <a:ext cx="1014944" cy="276860"/>
            </a:xfrm>
            <a:prstGeom prst="rect">
              <a:avLst/>
            </a:prstGeom>
            <a:noFill/>
          </p:spPr>
          <p:txBody>
            <a:bodyPr wrap="none" lIns="0" tIns="0" rIns="0" bIns="0" rtlCol="0">
              <a:spAutoFit/>
            </a:bodyPr>
            <a:lstStyle/>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2362" name="TextBox 12"/>
            <p:cNvSpPr txBox="1"/>
            <p:nvPr>
              <p:custDataLst>
                <p:tags r:id="rId18"/>
              </p:custDataLst>
            </p:nvPr>
          </p:nvSpPr>
          <p:spPr>
            <a:xfrm>
              <a:off x="6491899" y="352356"/>
              <a:ext cx="1009336" cy="276860"/>
            </a:xfrm>
            <a:prstGeom prst="rect">
              <a:avLst/>
            </a:prstGeom>
            <a:noFill/>
          </p:spPr>
          <p:txBody>
            <a:bodyPr wrap="none" lIns="0" tIns="0" rIns="0" bIns="0" rtlCol="0">
              <a:spAutoFit/>
            </a:bodyPr>
            <a:lstStyle/>
            <a:p>
              <a:pPr lvl="0" algn="ctr">
                <a:defRPr/>
              </a:pPr>
              <a:r>
                <a:rPr kumimoji="0" lang="zh-CN" altLang="en-US" sz="1800" i="0" u="none" strike="noStrike" kern="1200" cap="none" spc="0" normalizeH="0" baseline="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项目规划</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3" name="TextBox 8"/>
            <p:cNvSpPr txBox="1"/>
            <p:nvPr>
              <p:custDataLst>
                <p:tags r:id="rId19"/>
              </p:custDataLst>
            </p:nvPr>
          </p:nvSpPr>
          <p:spPr>
            <a:xfrm>
              <a:off x="4955359" y="352356"/>
              <a:ext cx="1014944"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项目进展</a:t>
              </a: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4" name="TextBox 12"/>
            <p:cNvSpPr txBox="1"/>
            <p:nvPr>
              <p:custDataLst>
                <p:tags r:id="rId20"/>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366" name="矩形: 圆角 2365"/>
            <p:cNvSpPr/>
            <p:nvPr/>
          </p:nvSpPr>
          <p:spPr>
            <a:xfrm>
              <a:off x="9846164" y="269450"/>
              <a:ext cx="431004" cy="404812"/>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367" name="图片 11"/>
            <p:cNvPicPr>
              <a:picLocks noChangeAspect="1"/>
            </p:cNvPicPr>
            <p:nvPr/>
          </p:nvPicPr>
          <p:blipFill>
            <a:blip r:embed="rId21"/>
            <a:stretch>
              <a:fillRect/>
            </a:stretch>
          </p:blipFill>
          <p:spPr>
            <a:xfrm>
              <a:off x="9945308" y="382735"/>
              <a:ext cx="216240" cy="216240"/>
            </a:xfrm>
            <a:prstGeom prst="rect">
              <a:avLst/>
            </a:prstGeom>
          </p:spPr>
        </p:pic>
        <p:sp>
          <p:nvSpPr>
            <p:cNvPr id="15" name="文本框 14"/>
            <p:cNvSpPr txBox="1"/>
            <p:nvPr/>
          </p:nvSpPr>
          <p:spPr>
            <a:xfrm>
              <a:off x="8144073" y="224155"/>
              <a:ext cx="1547649" cy="460375"/>
            </a:xfrm>
            <a:prstGeom prst="rect">
              <a:avLst/>
            </a:prstGeom>
            <a:noFill/>
          </p:spPr>
          <p:txBody>
            <a:bodyPr wrap="non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未来</a:t>
              </a:r>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rPr>
                <a:t>规划</a:t>
              </a:r>
              <a:endParaRPr lang="zh-CN" altLang="en-US" sz="2400" noProof="0" dirty="0">
                <a:ln>
                  <a:noFill/>
                </a:ln>
                <a:solidFill>
                  <a:schemeClr val="accent3"/>
                </a:solidFill>
                <a:effectLst/>
                <a:uLnTx/>
                <a:uFillTx/>
                <a:latin typeface="华文中宋" panose="02010600040101010101" charset="-122"/>
                <a:ea typeface="华文中宋" panose="02010600040101010101" charset="-122"/>
                <a:sym typeface="猫啃网风雅宋" panose="02020700000000000000" pitchFamily="18" charset="-122"/>
              </a:endParaRPr>
            </a:p>
          </p:txBody>
        </p:sp>
        <p:sp>
          <p:nvSpPr>
            <p:cNvPr id="16" name="TextBox 12"/>
            <p:cNvSpPr txBox="1"/>
            <p:nvPr>
              <p:custDataLst>
                <p:tags r:id="rId22"/>
              </p:custDataLst>
            </p:nvPr>
          </p:nvSpPr>
          <p:spPr>
            <a:xfrm>
              <a:off x="8530268" y="352356"/>
              <a:ext cx="72"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7" name="直接连接符 16"/>
            <p:cNvCxnSpPr/>
            <p:nvPr>
              <p:custDataLst>
                <p:tags r:id="rId23"/>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24"/>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25"/>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26"/>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ustDataLst>
      <p:tags r:id="rId27"/>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在宁夏拍到了白日梦想家里的画面_4_Sureee_来自小红书网页版(1)"/>
          <p:cNvPicPr>
            <a:picLocks noChangeAspect="1"/>
          </p:cNvPicPr>
          <p:nvPr/>
        </p:nvPicPr>
        <p:blipFill>
          <a:blip r:embed="rId1"/>
          <a:stretch>
            <a:fillRect/>
          </a:stretch>
        </p:blipFill>
        <p:spPr>
          <a:xfrm>
            <a:off x="0" y="0"/>
            <a:ext cx="12192000" cy="6858000"/>
          </a:xfrm>
          <a:prstGeom prst="rect">
            <a:avLst/>
          </a:prstGeom>
        </p:spPr>
      </p:pic>
      <p:grpSp>
        <p:nvGrpSpPr>
          <p:cNvPr id="7" name="组合 6"/>
          <p:cNvGrpSpPr/>
          <p:nvPr/>
        </p:nvGrpSpPr>
        <p:grpSpPr>
          <a:xfrm>
            <a:off x="2885323" y="680629"/>
            <a:ext cx="6420485" cy="2748047"/>
            <a:chOff x="3634502" y="1621929"/>
            <a:chExt cx="6420485" cy="2748047"/>
          </a:xfrm>
        </p:grpSpPr>
        <p:sp>
          <p:nvSpPr>
            <p:cNvPr id="15" name="文本框 14"/>
            <p:cNvSpPr txBox="1"/>
            <p:nvPr/>
          </p:nvSpPr>
          <p:spPr>
            <a:xfrm>
              <a:off x="3634502" y="1648599"/>
              <a:ext cx="6420485" cy="2720975"/>
            </a:xfrm>
            <a:prstGeom prst="rect">
              <a:avLst/>
            </a:prstGeom>
            <a:noFill/>
          </p:spPr>
          <p:txBody>
            <a:bodyPr vert="horz" wrap="square" rtlCol="0">
              <a:noAutofit/>
            </a:bodyPr>
            <a:lstStyle/>
            <a:p>
              <a:r>
                <a:rPr lang="en-US" altLang="zh-CN" sz="60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 </a:t>
              </a:r>
              <a:r>
                <a:rPr lang="zh-CN" altLang="en-US" sz="60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请各位评委老师</a:t>
              </a:r>
              <a:endParaRPr lang="zh-CN" altLang="en-US" sz="60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a:p>
              <a:r>
                <a:rPr lang="en-US" altLang="zh-CN" sz="60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     </a:t>
              </a:r>
              <a:r>
                <a:rPr lang="zh-CN" altLang="en-US" sz="60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批评指正</a:t>
              </a:r>
              <a:endParaRPr lang="zh-CN" altLang="en-US" sz="60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grpSp>
          <p:nvGrpSpPr>
            <p:cNvPr id="6" name="组合 5"/>
            <p:cNvGrpSpPr/>
            <p:nvPr/>
          </p:nvGrpSpPr>
          <p:grpSpPr>
            <a:xfrm>
              <a:off x="7593183" y="1621929"/>
              <a:ext cx="1316197" cy="1580620"/>
              <a:chOff x="7593183" y="1621929"/>
              <a:chExt cx="1316197" cy="1580620"/>
            </a:xfrm>
          </p:grpSpPr>
          <p:cxnSp>
            <p:nvCxnSpPr>
              <p:cNvPr id="4" name="直接连接符 3"/>
              <p:cNvCxnSpPr/>
              <p:nvPr/>
            </p:nvCxnSpPr>
            <p:spPr>
              <a:xfrm flipH="1">
                <a:off x="7778964" y="1621929"/>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7593183" y="207213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138692" y="3239560"/>
              <a:ext cx="1130416" cy="1130416"/>
              <a:chOff x="7593183" y="2072133"/>
              <a:chExt cx="1130416" cy="1130416"/>
            </a:xfrm>
          </p:grpSpPr>
          <p:cxnSp>
            <p:nvCxnSpPr>
              <p:cNvPr id="23" name="直接连接符 22"/>
              <p:cNvCxnSpPr/>
              <p:nvPr/>
            </p:nvCxnSpPr>
            <p:spPr>
              <a:xfrm flipH="1">
                <a:off x="7778964" y="2308193"/>
                <a:ext cx="444152" cy="444152"/>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7593183" y="207213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pic>
        <p:nvPicPr>
          <p:cNvPr id="2" name="图片 1" descr="宁夏绘画_1_shan~（接稿中）_来自小红书网页版(1)"/>
          <p:cNvPicPr>
            <a:picLocks noChangeAspect="1"/>
          </p:cNvPicPr>
          <p:nvPr/>
        </p:nvPicPr>
        <p:blipFill>
          <a:blip r:embed="rId2"/>
          <a:stretch>
            <a:fillRect/>
          </a:stretch>
        </p:blipFill>
        <p:spPr>
          <a:xfrm>
            <a:off x="212090" y="2687320"/>
            <a:ext cx="2762250" cy="3684905"/>
          </a:xfrm>
          <a:prstGeom prst="rect">
            <a:avLst/>
          </a:prstGeom>
        </p:spPr>
      </p:pic>
      <p:pic>
        <p:nvPicPr>
          <p:cNvPr id="3" name="图片 2" descr="什么，文旅海报只需要1秒就可以生成了？_1_AI字体班长_来自小红书网页版(1)"/>
          <p:cNvPicPr>
            <a:picLocks noChangeAspect="1"/>
          </p:cNvPicPr>
          <p:nvPr/>
        </p:nvPicPr>
        <p:blipFill>
          <a:blip r:embed="rId3"/>
          <a:stretch>
            <a:fillRect/>
          </a:stretch>
        </p:blipFill>
        <p:spPr>
          <a:xfrm>
            <a:off x="9305925" y="2794000"/>
            <a:ext cx="2720340" cy="36296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f"/>
  <p:tag name="KSO_WM_UNIT_SUBTYPE" val="c"/>
  <p:tag name="KSO_WM_UNIT_INDEX" val="1"/>
  <p:tag name="KSO_WM_BEAUTIFY_FLAG" val="#wm#"/>
  <p:tag name="KSO_WM_TAG_VERSION" val="3.0"/>
  <p:tag name="KSO_WM_UNIT_PRESET_TEXT" val="日期时间"/>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8.xml><?xml version="1.0" encoding="utf-8"?>
<p:tagLst xmlns:p="http://schemas.openxmlformats.org/presentationml/2006/main">
  <p:tag name="KSO_WM_UNIT_TYPE" val="f"/>
  <p:tag name="KSO_WM_UNIT_SUBTYPE" val="b"/>
  <p:tag name="KSO_WM_UNIT_INDEX" val="2"/>
  <p:tag name="KSO_WM_BEAUTIFY_FLAG" val="#wm#"/>
  <p:tag name="KSO_WM_TAG_VERSION" val="3.0"/>
  <p:tag name="KSO_WM_UNIT_PRESET_TEXT" val="署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19.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8"/>
</p:tagLst>
</file>

<file path=ppt/tags/tag25.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9"/>
</p:tagLst>
</file>

<file path=ppt/tags/tag2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3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3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3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3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37.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38.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39.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40.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5.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52.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6.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0.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2.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f"/>
  <p:tag name="KSO_WM_UNIT_SUBTYPE" val="c"/>
  <p:tag name="KSO_WM_UNIT_INDEX" val="1"/>
  <p:tag name="KSO_WM_BEAUTIFY_FLAG" val="#wm#"/>
  <p:tag name="KSO_WM_TAG_VERSION" val="3.0"/>
  <p:tag name="KSO_WM_UNIT_PRESET_TEXT" val="日期时间"/>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67.xml><?xml version="1.0" encoding="utf-8"?>
<p:tagLst xmlns:p="http://schemas.openxmlformats.org/presentationml/2006/main">
  <p:tag name="KSO_WM_UNIT_TYPE" val="f"/>
  <p:tag name="KSO_WM_UNIT_SUBTYPE" val="b"/>
  <p:tag name="KSO_WM_UNIT_INDEX" val="2"/>
  <p:tag name="KSO_WM_BEAUTIFY_FLAG" val="#wm#"/>
  <p:tag name="KSO_WM_TAG_VERSION" val="3.0"/>
  <p:tag name="KSO_WM_UNIT_PRESET_TEXT" val="署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6807"/>
</p:tagLst>
</file>

<file path=ppt/tags/tag7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20236807"/>
</p:tagLst>
</file>

<file path=ppt/tags/tag7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6807"/>
  <p:tag name="KSO_WM_TEMPLATE_CATEGORY" val="custom"/>
  <p:tag name="KSO_WM_TEMPLATE_MASTER_TYPE" val="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78.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Lst>
</file>

<file path=ppt/tags/tag7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 name="KSO_WM_UNIT_CONTENT_GROUP_TYPE" val="titlestyle"/>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20230230"/>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20230230"/>
</p:tagLst>
</file>

<file path=ppt/tags/tag9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30"/>
  <p:tag name="KSO_WM_TEMPLATE_THUMBS_INDEX" val="1、11"/>
</p:tagLst>
</file>

<file path=ppt/tags/tag91.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2.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3.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4.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5.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6.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7.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8.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9.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0.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1.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2.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3.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4.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5.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6.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7.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8.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9.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0.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1.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2.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3.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4.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01_9*e*1"/>
  <p:tag name="KSO_WM_TEMPLATE_CATEGORY" val="custom"/>
  <p:tag name="KSO_WM_TEMPLATE_INDEX" val="20230301"/>
  <p:tag name="KSO_WM_UNIT_LAYERLEVEL" val="1"/>
  <p:tag name="KSO_WM_TAG_VERSION" val="3.0"/>
  <p:tag name="KSO_WM_BEAUTIFY_FLAG" val="#wm#"/>
  <p:tag name="KSO_WM_UNIT_CONTENT_GROUP_TYPE" val="contentchip"/>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5239_1*i*1"/>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5239_1*i*2"/>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5239_1*i*3"/>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35239_1*i*4"/>
  <p:tag name="KSO_WM_TEMPLATE_CATEGORY" val="custom"/>
  <p:tag name="KSO_WM_TEMPLATE_INDEX" val="20235239"/>
  <p:tag name="KSO_WM_UNIT_LAYERLEVEL" val="1"/>
  <p:tag name="KSO_WM_TAG_VERSION" val="3.0"/>
  <p:tag name="KSO_WM_BEAUTIFY_FLAG" val="#wm#"/>
  <p:tag name="KSO_WM_UNIT_FILL_FORE_SCHEMECOLOR_INDEX" val="5"/>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35239_1*i*5"/>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35239_1*i*6"/>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35239_1*i*7"/>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custom20235239_1*i*8"/>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custom20235239_1*i*9"/>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0"/>
  <p:tag name="KSO_WM_UNIT_ID" val="custom20235239_1*i*10"/>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custom20235239_1*i*11"/>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2"/>
  <p:tag name="KSO_WM_UNIT_ID" val="custom20235239_1*i*12"/>
  <p:tag name="KSO_WM_TEMPLATE_CATEGORY" val="custom"/>
  <p:tag name="KSO_WM_TEMPLATE_INDEX" val="20235239"/>
  <p:tag name="KSO_WM_UNIT_LAYERLEVEL" val="1"/>
  <p:tag name="KSO_WM_TAG_VERSION" val="3.0"/>
  <p:tag name="KSO_WM_BEAUTIFY_FLAG" val="#wm#"/>
  <p:tag name="KSO_WM_UNIT_FILL_FORE_SCHEMECOLOR_INDEX" val="5"/>
  <p:tag name="KSO_WM_UNIT_TEXT_FILL_FORE_SCHEMECOLOR_INDEX" val="13"/>
  <p:tag name="KSO_WM_UNIT_TEXT_FILL_TYPE" val="1"/>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3"/>
  <p:tag name="KSO_WM_UNIT_ID" val="custom20235239_1*i*13"/>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4"/>
  <p:tag name="KSO_WM_UNIT_ID" val="custom20235239_1*i*14"/>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5"/>
  <p:tag name="KSO_WM_UNIT_ID" val="custom20235239_1*i*15"/>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6"/>
  <p:tag name="KSO_WM_UNIT_ID" val="custom20235239_1*i*16"/>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20235649_1*l_i*1_1"/>
  <p:tag name="KSO_WM_TEMPLATE_CATEGORY" val="diagram"/>
  <p:tag name="KSO_WM_TEMPLATE_INDEX" val="20235649"/>
  <p:tag name="KSO_WM_UNIT_LAYERLEVEL" val="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649_1*l_h_f*1_1_1"/>
  <p:tag name="KSO_WM_TEMPLATE_CATEGORY" val="diagram"/>
  <p:tag name="KSO_WM_TEMPLATE_INDEX" val="2023564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请尽量简明扼要地阐述您的内容观点。根据需要可酌情增减文字，以便观者能够准确地理解您传达的思想。"/>
  <p:tag name="KSO_WM_UNIT_TEXT_FILL_FORE_SCHEMECOLOR_INDEX" val="1"/>
  <p:tag name="KSO_WM_UNIT_TEXT_FILL_TYPE" val="1"/>
  <p:tag name="KSO_WM_UNIT_USESOURCEFORMAT_APPLY" val="1"/>
</p:tagLst>
</file>

<file path=ppt/tags/tag1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649_1*l_h_f*1_2_1"/>
  <p:tag name="KSO_WM_TEMPLATE_CATEGORY" val="diagram"/>
  <p:tag name="KSO_WM_TEMPLATE_INDEX" val="2023564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内容。"/>
  <p:tag name="KSO_WM_UNIT_TEXT_FILL_FORE_SCHEMECOLOR_INDEX" val="1"/>
  <p:tag name="KSO_WM_UNIT_TEXT_FILL_TYPE" val="1"/>
  <p:tag name="KSO_WM_UNIT_USESOURCEFORMAT_APPLY" val="1"/>
</p:tagLst>
</file>

<file path=ppt/tags/tag13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649_1*l_h_i*1_1_1"/>
  <p:tag name="KSO_WM_TEMPLATE_CATEGORY" val="diagram"/>
  <p:tag name="KSO_WM_TEMPLATE_INDEX" val="20235649"/>
  <p:tag name="KSO_WM_UNIT_LAYERLEVEL" val="1_1_1"/>
  <p:tag name="KSO_WM_TAG_VERSION" val="3.0"/>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type&quot;:0},&quot;glow&quot;:{&quot;colorType&quot;:0},&quot;line&quot;:{&quot;solidLine&quot;:{&quot;brightness&quot;:0.5,&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1"/>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8_1*l_h_i*1_1_2"/>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5,&quot;colorType&quot;:1,&quot;foreColorIndex&quot;:5,&quot;pos&quot;:1,&quot;transparency&quot;:0},{&quot;brightness&quot;:0.20000000298023224,&quot;colorType&quot;:1,&quot;foreColorIndex&quot;:5,&quot;pos&quot;:0.23000000417232513,&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5.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8_1*l_h_i*1_1_1"/>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20000000298023224,&quot;colorType&quot;:1,&quot;foreColorIndex&quot;:5,&quot;pos&quot;:0.699999988079071,&quot;transparency&quot;:0},{&quot;brightness&quot;:0.800000011920929,&quot;colorType&quot;:1,&quot;foreColorIndex&quot;:5,&quot;pos&quot;:0,&quot;transparency&quot;:0},{&quot;brightness&quot;:0,&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6.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8_1*l_h_i*1_2_1"/>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20000000298023224,&quot;colorType&quot;:1,&quot;foreColorIndex&quot;:6,&quot;pos&quot;:0.699999988079071,&quot;transparency&quot;:0},{&quot;brightness&quot;:0.800000011920929,&quot;colorType&quot;:1,&quot;foreColorIndex&quot;:5,&quot;pos&quot;:0,&quot;transparency&quot;:0},{&quot;brightness&quot;:0,&quot;colorType&quot;:1,&quot;foreColorIndex&quot;:6,&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7.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8_1*l_h_i*1_2_2"/>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5,&quot;colorType&quot;:1,&quot;foreColorIndex&quot;:6,&quot;pos&quot;:1,&quot;transparency&quot;:0},{&quot;brightness&quot;:0.20000000298023224,&quot;colorType&quot;:1,&quot;foreColorIndex&quot;:6,&quot;pos&quot;:0.2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8.xml><?xml version="1.0" encoding="utf-8"?>
<p:tagLst xmlns:p="http://schemas.openxmlformats.org/presentationml/2006/main">
  <p:tag name="KSO_WM_DIAGRAM_VERSION" val="3"/>
  <p:tag name="KSO_WM_DIAGRAM_COLOR_TRICK" val="4"/>
  <p:tag name="KSO_WM_DIAGRAM_COLOR_TEXT_CAN_REMOVE" val="n"/>
  <p:tag name="KSO_WM_UNIT_VALUE" val="115*9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0928_1*l_h_x*1_1_1"/>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9.xml><?xml version="1.0" encoding="utf-8"?>
<p:tagLst xmlns:p="http://schemas.openxmlformats.org/presentationml/2006/main">
  <p:tag name="KSO_WM_SLIDE_ID" val="custom20235239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5239"/>
  <p:tag name="KSO_WM_SLIDE_TYPE" val="text"/>
  <p:tag name="KSO_WM_SLIDE_SUBTYPE" val="picTxt"/>
  <p:tag name="KSO_WM_SLIDE_SIZE" val="552.439*359.95"/>
  <p:tag name="KSO_WM_SLIDE_POSITION" val="47.75*132"/>
  <p:tag name="KSO_WM_SLIDE_LAYOUT" val="a_l"/>
  <p:tag name="KSO_WM_SLIDE_LAYOUT_CNT" val="1_1"/>
  <p:tag name="KSO_WM_SPECIAL_SOURCE" val="bdnull"/>
  <p:tag name="KSO_WM_DIAGRAM_GROUP_CODE" val="l1-1"/>
  <p:tag name="KSO_WM_SLIDE_DIAGTYPE" val="l"/>
</p:tagLst>
</file>

<file path=ppt/tags/tag150.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01_9*e*1"/>
  <p:tag name="KSO_WM_TEMPLATE_CATEGORY" val="custom"/>
  <p:tag name="KSO_WM_TEMPLATE_INDEX" val="20230301"/>
  <p:tag name="KSO_WM_UNIT_LAYERLEVEL" val="1"/>
  <p:tag name="KSO_WM_TAG_VERSION" val="3.0"/>
  <p:tag name="KSO_WM_BEAUTIFY_FLAG" val="#wm#"/>
  <p:tag name="KSO_WM_UNIT_CONTENT_GROUP_TYPE" val="contentchip"/>
</p:tagLst>
</file>

<file path=ppt/tags/tag1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45_2*n_h_h_f*1_2_3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单击此处输入你的智能图形项正文，文字是您思想的提炼。"/>
  <p:tag name="KSO_WM_UNIT_TEXT_FILL_FORE_SCHEMECOLOR_INDEX" val="1"/>
  <p:tag name="KSO_WM_UNIT_TEXT_FILL_TYPE" val="1"/>
  <p:tag name="KSO_WM_UNIT_USESOURCEFORMAT_APPLY" val="1"/>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0945_2*n_h_h_a*1_2_3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TEXT_FILL_FORE_SCHEMECOLOR_INDEX" val="1"/>
  <p:tag name="KSO_WM_UNIT_TEXT_FILL_TYPE" val="1"/>
  <p:tag name="KSO_WM_UNIT_USESOURCEFORMAT_APPLY" val="1"/>
</p:tagLst>
</file>

<file path=ppt/tags/tag1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2*n_h_h_f*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 单击此处输入你的智能图形项正文，文字是您思想的提炼。"/>
  <p:tag name="KSO_WM_UNIT_TEXT_FILL_FORE_SCHEMECOLOR_INDEX" val="1"/>
  <p:tag name="KSO_WM_UNIT_TEXT_FILL_TYPE" val="1"/>
  <p:tag name="KSO_WM_UNIT_USESOURCEFORMAT_APPLY" val="1"/>
</p:tagLst>
</file>

<file path=ppt/tags/tag15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45_2*n_h_h_a*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TEXT_FILL_FORE_SCHEMECOLOR_INDEX" val="1"/>
  <p:tag name="KSO_WM_UNIT_TEXT_FILL_TYPE" val="1"/>
  <p:tag name="KSO_WM_UNIT_USESOURCEFORMAT_APPLY" val="1"/>
</p:tagLst>
</file>

<file path=ppt/tags/tag1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5_2*n_h_h_f*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单击此处输入你的智能图形项正文，文字是您思想的提炼。"/>
  <p:tag name="KSO_WM_UNIT_TEXT_FILL_FORE_SCHEMECOLOR_INDEX" val="1"/>
  <p:tag name="KSO_WM_UNIT_TEXT_FILL_TYPE" val="1"/>
  <p:tag name="KSO_WM_UNIT_USESOURCEFORMAT_APPLY" val="1"/>
</p:tagLst>
</file>

<file path=ppt/tags/tag15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45_2*n_h_h_a*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TEXT_FILL_FORE_SCHEMECOLOR_INDEX" val="1"/>
  <p:tag name="KSO_WM_UNIT_TEXT_FILL_TYPE" val="1"/>
  <p:tag name="KSO_WM_UNIT_USESOURCEFORMAT_APPLY" val="1"/>
</p:tagLst>
</file>

<file path=ppt/tags/tag157.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4"/>
  <p:tag name="KSO_WM_UNIT_LINE_FORE_SCHEMECOLOR_INDEX_2_TRANS" val="0"/>
  <p:tag name="KSO_WM_UNIT_LINE_FORE_SCHEMECOLOR_INDEX_3_BRIGHTNESS" val="0.8"/>
  <p:tag name="KSO_WM_UNIT_LINE_FORE_SCHEMECOLOR_INDEX_3" val="15"/>
  <p:tag name="KSO_WM_UNIT_LINE_FORE_SCHEMECOLOR_INDEX_3_POS" val="0.9"/>
  <p:tag name="KSO_WM_UNIT_LINE_FORE_SCHEMECOLOR_INDEX_3_TRANS" val="0.53"/>
  <p:tag name="KSO_WM_UNIT_LINE_FORE_SCHEMECOLOR_INDEX_4_BRIGHTNESS" val="0.8"/>
  <p:tag name="KSO_WM_UNIT_LINE_FORE_SCHEMECOLOR_INDEX_4" val="15"/>
  <p:tag name="KSO_WM_UNIT_LINE_FORE_SCHEMECOLOR_INDEX_4_POS" val="0.95"/>
  <p:tag name="KSO_WM_UNIT_LINE_FORE_SCHEMECOLOR_INDEX_4_TRANS" val="0"/>
  <p:tag name="KSO_WM_UNIT_LINE_FORE_SCHEMECOLOR_INDEX_5_BRIGHTNESS" val="0.8"/>
  <p:tag name="KSO_WM_UNIT_LINE_FORE_SCHEMECOLOR_INDEX_5" val="15"/>
  <p:tag name="KSO_WM_UNIT_LINE_FORE_SCHEMECOLOR_INDEX_5_POS" val="1"/>
  <p:tag name="KSO_WM_UNIT_LINE_FORE_SCHEMECOLOR_INDEX_5_TRANS" val="0.9"/>
  <p:tag name="KSO_WM_UNIT_LINE_GRADIENT_TYPE" val="0"/>
  <p:tag name="KSO_WM_UNIT_LINE_GRADIENT_ANGLE" val="0"/>
  <p:tag name="KSO_WM_UNIT_LINE_GRADIENT_DIRECTION" val="3"/>
  <p:tag name="KSO_WM_UNIT_LINE_FILL_TYPE" val="5"/>
  <p:tag name="KSO_WM_BEAUTIFY_FLAG" val="#wm#"/>
  <p:tag name="KSO_WM_UNIT_HIGHLIGHT" val="0"/>
  <p:tag name="KSO_WM_UNIT_COMPATIBLE" val="0"/>
  <p:tag name="KSO_WM_UNIT_DIAGRAM_ISNUMVISUAL" val="0"/>
  <p:tag name="KSO_WM_UNIT_DIAGRAM_ISREFERUNIT" val="0"/>
  <p:tag name="KSO_WM_UNIT_ID" val="diagram20230945_2*n_h_i*1_2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2_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type&quot;:0},&quot;glow&quot;:{&quot;colorType&quot;:0},&quot;line&quot;:{&quot;gradient&quot;:[{&quot;brightness&quot;:0.5,&quot;colorType&quot;:1,&quot;foreColorIndex&quot;:13,&quot;pos&quot;:1,&quot;transparency&quot;:0.699999988079071},{&quot;brightness&quot;:0.800000011920929,&quot;colorType&quot;:2,&quot;pos&quot;:0.15000000596046448,&quot;rgb&quot;:&quot;#ffffff&quot;,&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58.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h_i*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2_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solid&quot;:{&quot;brightness&quot;:0,&quot;colorType&quot;:1,&quot;foreColorIndex&quot;:6,&quot;transparency&quot;:0},&quot;type&quot;:1},&quot;glow&quot;:{&quot;colorType&quot;:0},&quot;line&quot;:{&quot;gradient&quot;:[{&quot;brightness&quot;:0,&quot;colorType&quot;:2,&quot;pos&quot;:0.3700000047683716,&quot;rgb&quot;:&quot;#ffffff&quot;,&quot;transparency&quot;:0},{&quot;brightness&quot;:0.800000011920929,&quot;colorType&quot;:1,&quot;foreColorIndex&quot;:6,&quot;pos&quot;:0,&quot;transparency&quot;:0},{&quot;brightness&quot;:0,&quot;colorType&quot;:2,&quot;pos&quot;:1,&quot;rgb&quot;:&quot;#ffffff&quot;,&quot;transparency&quot;:0},{&quot;brightness&quot;:0.800000011920929,&quot;colorType&quot;:1,&quot;foreColorIndex&quot;:6,&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6"/>
  <p:tag name="KSO_WM_UNIT_FILL_FORE_SCHEMECOLOR_INDEX_BRIGHTNESS" val="0"/>
  <p:tag name="KSO_WM_UNIT_LINE_FORE_SCHEMECOLOR_INDEX" val="6"/>
  <p:tag name="KSO_WM_UNIT_USESOURCEFORMAT_APPLY" val="1"/>
</p:tagLst>
</file>

<file path=ppt/tags/tag159.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h_i*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1_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UNIT_LINE_FORE_SCHEMECOLOR_INDEX" val="5"/>
  <p:tag name="KSO_WM_UNIT_USESOURCEFORMAT_APPLY" val="1"/>
</p:tagLst>
</file>

<file path=ppt/tags/tag16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h_i*1_2_3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3_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solid&quot;:{&quot;brightness&quot;:0,&quot;colorType&quot;:1,&quot;foreColorIndex&quot;:7,&quot;transparency&quot;:0},&quot;type&quot;:1},&quot;glow&quot;:{&quot;colorType&quot;:0},&quot;line&quot;:{&quot;gradient&quot;:[{&quot;brightness&quot;:0,&quot;colorType&quot;:2,&quot;pos&quot;:0.3700000047683716,&quot;rgb&quot;:&quot;#ffffff&quot;,&quot;transparency&quot;:0},{&quot;brightness&quot;:0.800000011920929,&quot;colorType&quot;:1,&quot;foreColorIndex&quot;:10,&quot;pos&quot;:0,&quot;transparency&quot;:0},{&quot;brightness&quot;:0,&quot;colorType&quot;:2,&quot;pos&quot;:1,&quot;rgb&quot;:&quot;#ffffff&quot;,&quot;transparency&quot;:0},{&quot;brightness&quot;:0.800000011920929,&quot;colorType&quot;:1,&quot;foreColorIndex&quot;:7,&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7"/>
  <p:tag name="KSO_WM_UNIT_FILL_FORE_SCHEMECOLOR_INDEX_BRIGHTNESS" val="0"/>
  <p:tag name="KSO_WM_UNIT_LINE_FORE_SCHEMECOLOR_INDEX" val="7"/>
  <p:tag name="KSO_WM_UNIT_USESOURCEFORMAT_APPLY" val="1"/>
</p:tagLst>
</file>

<file path=ppt/tags/tag161.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a*1_1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UNIT_ISCONTENTSTITLE" val="0"/>
  <p:tag name="KSO_WM_UNIT_ISNUMDGMTITLE" val="0"/>
  <p:tag name="KSO_WM_UNIT_NOCLEAR" val="0"/>
  <p:tag name="KSO_WM_UNIT_VALUE" val="30"/>
  <p:tag name="KSO_WM_DIAGRAM_GROUP_CODE" val="n1-1"/>
  <p:tag name="KSO_WM_UNIT_TYPE" val="n_h_a"/>
  <p:tag name="KSO_WM_UNIT_INDEX" val="1_1_1"/>
  <p:tag name="KSO_WM_DIAGRAM_MAX_ITEMCNT" val="4"/>
  <p:tag name="KSO_WM_DIAGRAM_MIN_ITEMCNT" val="2"/>
  <p:tag name="KSO_WM_DIAGRAM_VIRTUALLY_FRAME" val="{&quot;height&quot;:388.3464398451532,&quot;left&quot;:-2.375433070866143,&quot;top&quot;:83.68355173096674,&quot;width&quot;:865.1967716535434}"/>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单击添加&#10;项标题"/>
  <p:tag name="KSO_WM_UNIT_FILL_TYPE" val="1"/>
  <p:tag name="KSO_WM_UNIT_FILL_FORE_SCHEMECOLOR_INDEX" val="5"/>
  <p:tag name="KSO_WM_UNIT_FILL_FORE_SCHEMECOLOR_INDEX_BRIGHTNESS" val="0"/>
  <p:tag name="KSO_WM_UNIT_LINE_FORE_SCHEMECOLOR_INDEX" val="5"/>
  <p:tag name="KSO_WM_UNIT_USESOURCEFORMAT_APPLY" val="1"/>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SLIDE_ID" val="diagram20230945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45"/>
  <p:tag name="KSO_WM_SLIDE_TYPE" val="text"/>
  <p:tag name="KSO_WM_SLIDE_SUBTYPE" val="diag"/>
  <p:tag name="KSO_WM_SLIDE_SIZE" val="807.475*350.438"/>
  <p:tag name="KSO_WM_SLIDE_POSITION" val="77.1747*136.212"/>
  <p:tag name="KSO_WM_SLIDE_LAYOUT" val="a_n"/>
  <p:tag name="KSO_WM_SLIDE_LAYOUT_CNT" val="1_1"/>
  <p:tag name="KSO_WM_SPECIAL_SOURCE" val="bdnull"/>
  <p:tag name="KSO_WM_DIAGRAM_GROUP_CODE" val="n1-1"/>
  <p:tag name="KSO_WM_SLIDE_DIAGTYPE" val="n"/>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SLIDE_ID" val="diagram20235153_9"/>
  <p:tag name="KSO_WM_TEMPLATE_SUBCATEGORY" val="0"/>
  <p:tag name="KSO_WM_TEMPLATE_MASTER_TYPE" val="0"/>
  <p:tag name="KSO_WM_TEMPLATE_COLOR_TYPE" val="0"/>
  <p:tag name="KSO_WM_SLIDE_ITEM_CNT" val="10"/>
  <p:tag name="KSO_WM_SLIDE_INDEX" val="9"/>
  <p:tag name="KSO_WM_TAG_VERSION" val="3.0"/>
  <p:tag name="KSO_WM_BEAUTIFY_FLAG" val="#wm#"/>
  <p:tag name="KSO_WM_TEMPLATE_CATEGORY" val="diagram"/>
  <p:tag name="KSO_WM_TEMPLATE_INDEX" val="20235153"/>
  <p:tag name="KSO_WM_SLIDE_TYPE" val="text"/>
  <p:tag name="KSO_WM_SLIDE_SUBTYPE" val="diag"/>
  <p:tag name="KSO_WM_SLIDE_SIZE" val="850.4*366.8"/>
  <p:tag name="KSO_WM_SLIDE_POSITION" val="54.75*121.2"/>
  <p:tag name="KSO_WM_DIAGRAM_GROUP_CODE" val="l1-1"/>
  <p:tag name="KSO_WM_SLIDE_DIAGTYPE" val="l"/>
  <p:tag name="KSO_WM_SLIDE_LAYOUT" val="a_l"/>
  <p:tag name="KSO_WM_SLIDE_LAYOUT_CNT" val="1_1"/>
</p:tagLst>
</file>

<file path=ppt/tags/tag18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1*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1"/>
</p:tagLst>
</file>

<file path=ppt/tags/tag1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1*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32"/>
  <p:tag name="KSO_WM_UNIT_TEXT_TYPE" val="1"/>
  <p:tag name="KSO_WM_UNIT_TEXT_LAYER_COUNT" val="1"/>
  <p:tag name="KSO_WM_UNIT_PRESET_TEXT" val="单击此处添加正文，文字是您思想的提炼，请言简意赅的阐述您的观点。单击此处添加正文，文字是您思想的提炼，请言简意赅的阐述您的观点。单击此处添加正文，文字是您思想的提炼，请言简意赅的阐述您的观点"/>
  <p:tag name="KSO_WM_UNIT_TEXT_FILL_FORE_SCHEMECOLOR_INDEX" val="1"/>
  <p:tag name="KSO_WM_UNIT_TEXT_FILL_TYPE" val="1"/>
  <p:tag name="KSO_WM_UNIT_USESOURCEFORMAT_APPLY" val="1"/>
</p:tagLst>
</file>

<file path=ppt/tags/tag18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1*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1"/>
  <p:tag name="KSO_WM_UNIT_FILL_FORE_SCHEMECOLOR_INDEX" val="5"/>
  <p:tag name="KSO_WM_UNIT_FILL_FORE_SCHEMECOLOR_INDEX_BRIGHTNESS" val="0"/>
  <p:tag name="KSO_WM_UNIT_USESOURCEFORMAT_APPLY" val="1"/>
</p:tagLst>
</file>

<file path=ppt/tags/tag18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1*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1"/>
</p:tagLst>
</file>

<file path=ppt/tags/tag18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1*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diagram"/>
  <p:tag name="KSO_WM_TEMPLATE_INDEX" val="20231973"/>
  <p:tag name="KSO_WM_SLIDE_LAYOUT" val="a_l"/>
  <p:tag name="KSO_WM_SLIDE_LAYOUT_CNT" val="1_1"/>
  <p:tag name="KSO_WM_SPECIAL_SOURCE" val="bdnull"/>
</p:tagLst>
</file>

<file path=ppt/tags/tag19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1*l_h_i*1_2_3"/>
  <p:tag name="KSO_WM_TEMPLATE_CATEGORY" val="diagram"/>
  <p:tag name="KSO_WM_TEMPLATE_INDEX" val="20231973"/>
  <p:tag name="KSO_WM_UNIT_LAYERLEVEL" val="1_1_1"/>
  <p:tag name="KSO_WM_TAG_VERSION" val="3.0"/>
  <p:tag name="KSO_WM_DIAGRAM_MAX_ITEMCNT" val="5"/>
  <p:tag name="KSO_WM_DIAGRAM_MIN_ITEMCNT" val="2"/>
  <p:tag name="KSO_WM_DIAGRAM_VIRTUALLY_FRAME" val="{&quot;height&quot;:326.55,&quot;left&quot;:53.4,&quot;top&quot;:22.4,&quot;width&quot;:850.3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1"/>
</p:tagLst>
</file>

<file path=ppt/tags/tag19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1*l_h_f*1_2_1"/>
  <p:tag name="KSO_WM_TEMPLATE_CATEGORY" val="diagram"/>
  <p:tag name="KSO_WM_TEMPLATE_INDEX" val="20231973"/>
  <p:tag name="KSO_WM_UNIT_LAYERLEVEL" val="1_1_1"/>
  <p:tag name="KSO_WM_TAG_VERSION" val="3.0"/>
  <p:tag name="KSO_WM_DIAGRAM_MAX_ITEMCNT" val="5"/>
  <p:tag name="KSO_WM_DIAGRAM_MIN_ITEMCNT" val="2"/>
  <p:tag name="KSO_WM_DIAGRAM_VIRTUALLY_FRAME" val="{&quot;height&quot;:326.55,&quot;left&quot;:53.4,&quot;top&quot;:22.4,&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32"/>
  <p:tag name="KSO_WM_UNIT_TEXT_TYPE" val="1"/>
  <p:tag name="KSO_WM_UNIT_TEXT_LAYER_COUNT" val="1"/>
  <p:tag name="KSO_WM_UNIT_PRESET_TEXT" val="单击此处添加正文，文字是您思想的提炼，请言简意赅的阐述您的观点。单击此处添加正文，文字是您思想的提炼，请言简意赅的阐述您的观点。单击此处添加正文，文字是您思想的提炼，请言简意赅的阐述您的观点"/>
  <p:tag name="KSO_WM_UNIT_TEXT_FILL_FORE_SCHEMECOLOR_INDEX" val="1"/>
  <p:tag name="KSO_WM_UNIT_TEXT_FILL_TYPE" val="1"/>
  <p:tag name="KSO_WM_UNIT_USESOURCEFORMAT_APPLY" val="1"/>
</p:tagLst>
</file>

<file path=ppt/tags/tag19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1*l_h_i*1_2_2"/>
  <p:tag name="KSO_WM_TEMPLATE_CATEGORY" val="diagram"/>
  <p:tag name="KSO_WM_TEMPLATE_INDEX" val="20231973"/>
  <p:tag name="KSO_WM_UNIT_LAYERLEVEL" val="1_1_1"/>
  <p:tag name="KSO_WM_TAG_VERSION" val="3.0"/>
  <p:tag name="KSO_WM_DIAGRAM_MAX_ITEMCNT" val="5"/>
  <p:tag name="KSO_WM_DIAGRAM_MIN_ITEMCNT" val="2"/>
  <p:tag name="KSO_WM_DIAGRAM_VIRTUALLY_FRAME" val="{&quot;height&quot;:326.55,&quot;left&quot;:53.4,&quot;top&quot;:22.4,&quot;width&quot;:850.3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6"/>
  <p:tag name="KSO_WM_UNIT_LINE_FILL_TYPE" val="2"/>
  <p:tag name="KSO_WM_UNIT_USESOURCEFORMAT_APPLY" val="1"/>
</p:tagLst>
</file>

<file path=ppt/tags/tag20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1*l_h_a*1_2_1"/>
  <p:tag name="KSO_WM_TEMPLATE_CATEGORY" val="diagram"/>
  <p:tag name="KSO_WM_TEMPLATE_INDEX" val="20231973"/>
  <p:tag name="KSO_WM_UNIT_LAYERLEVEL" val="1_1_1"/>
  <p:tag name="KSO_WM_TAG_VERSION" val="3.0"/>
  <p:tag name="KSO_WM_DIAGRAM_MAX_ITEMCNT" val="5"/>
  <p:tag name="KSO_WM_DIAGRAM_MIN_ITEMCNT" val="2"/>
  <p:tag name="KSO_WM_DIAGRAM_VIRTUALLY_FRAME" val="{&quot;height&quot;:326.55,&quot;left&quot;:53.4,&quot;top&quot;:22.4,&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20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1*l_h_i*1_2_1"/>
  <p:tag name="KSO_WM_TEMPLATE_CATEGORY" val="diagram"/>
  <p:tag name="KSO_WM_TEMPLATE_INDEX" val="20231973"/>
  <p:tag name="KSO_WM_UNIT_LAYERLEVEL" val="1_1_1"/>
  <p:tag name="KSO_WM_TAG_VERSION" val="3.0"/>
  <p:tag name="KSO_WM_DIAGRAM_MAX_ITEMCNT" val="5"/>
  <p:tag name="KSO_WM_DIAGRAM_MIN_ITEMCNT" val="2"/>
  <p:tag name="KSO_WM_DIAGRAM_VIRTUALLY_FRAME" val="{&quot;height&quot;:326.55,&quot;left&quot;:53.4,&quot;top&quot;:22.4,&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1"/>
  <p:tag name="KSO_WM_UNIT_FILL_FORE_SCHEMECOLOR_INDEX" val="5"/>
  <p:tag name="KSO_WM_UNIT_FILL_FORE_SCHEMECOLOR_INDEX_BRIGHTNESS" val="0"/>
  <p:tag name="KSO_WM_UNIT_USESOURCEFORMAT_APPLY" val="1"/>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wm#"/>
  <p:tag name="KSO_WM_TEMPLATE_CATEGORY" val="diagram"/>
  <p:tag name="KSO_WM_TEMPLATE_INDEX" val="20231973"/>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0"/>
  <p:tag name="KSO_WM_TEMPLATE_CATEGORY" val="diagram"/>
  <p:tag name="KSO_WM_TEMPLATE_INDEX" val="20231087"/>
  <p:tag name="KSO_WM_UNIT_LAYERLEVEL" val="1_1_1"/>
  <p:tag name="KSO_WM_TAG_VERSION" val="3.0"/>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4000000059604645,&quot;colorType&quot;:1,&quot;foreColorIndex&quot;:5,&quot;pos&quot;:0.03999999910593033,&quot;transparency&quot;:0},{&quot;brightness&quot;:-0.019999999552965164,&quot;colorType&quot;:1,&quot;foreColorIndex&quot;:14,&quot;pos&quot;:0.44999998807907104,&quot;transparency&quot;:0.75},{&quot;brightness&quot;:0.4000000059604645,&quot;colorType&quot;:1,&quot;foreColorIndex&quot;:5,&quot;pos&quot;:1,&quot;transparency&quot;:0}],&quot;type&quot;:3},&quot;glow&quot;:{&quot;colorType&quot;:0},&quot;line&quot;:{&quot;gradient&quot;:[{&quot;brightness&quot;:0,&quot;colorType&quot;:1,&quot;foreColorIndex&quot;:5,&quot;pos&quot;:0,&quot;transparency&quot;:1},{&quot;brightness&quot;:0,&quot;colorType&quot;:1,&quot;foreColorIndex&quot;:5,&quot;pos&quot;:0.7300000190734863,&quot;transparency&quot;:0.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1"/>
  <p:tag name="KSO_WM_TEMPLATE_CATEGORY" val="diagram"/>
  <p:tag name="KSO_WM_TEMPLATE_INDEX" val="20231087"/>
  <p:tag name="KSO_WM_UNIT_LAYERLEVEL" val="1_1_1"/>
  <p:tag name="KSO_WM_TAG_VERSION" val="3.0"/>
  <p:tag name="KSO_WM_DIAGRAM_GROUP_CODE" val="n1-1"/>
  <p:tag name="KSO_WM_UNIT_TYPE" val="n_h_i"/>
  <p:tag name="KSO_WM_UNIT_INDEX" val="1_1_1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20000000298023224,&quot;transparency&quot;:0.5899999737739563},{&quot;brightness&quot;:0,&quot;colorType&quot;:1,&quot;foreColorIndex&quot;:5,&quot;pos&quot;:0,&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6"/>
  <p:tag name="KSO_WM_TEMPLATE_CATEGORY" val="diagram"/>
  <p:tag name="KSO_WM_TEMPLATE_INDEX" val="20231087"/>
  <p:tag name="KSO_WM_UNIT_LAYERLEVEL" val="1_1_1"/>
  <p:tag name="KSO_WM_TAG_VERSION" val="3.0"/>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solid&quot;:{&quot;brightness&quot;:0.800000011920929,&quot;colorType&quot;:1,&quot;foreColorIndex&quot;:5,&quot;transparency&quot;:0.5600000023841858},&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SHADOW_SCHEMECOLOR_INDEX" val="5"/>
  <p:tag name="KSO_WM_UNIT_TEXT_FILL_FORE_SCHEMECOLOR_INDEX" val="2"/>
  <p:tag name="KSO_WM_UNIT_TEXT_FILL_TYPE" val="1"/>
  <p:tag name="KSO_WM_UNIT_USESOURCEFORMAT_APPLY"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9"/>
  <p:tag name="KSO_WM_TEMPLATE_CATEGORY" val="diagram"/>
  <p:tag name="KSO_WM_TEMPLATE_INDEX" val="20231087"/>
  <p:tag name="KSO_WM_UNIT_LAYERLEVEL" val="1_1_1"/>
  <p:tag name="KSO_WM_TAG_VERSION" val="3.0"/>
  <p:tag name="KSO_WM_DIAGRAM_GROUP_CODE" val="n1-1"/>
  <p:tag name="KSO_WM_UNIT_TYPE" val="n_h_i"/>
  <p:tag name="KSO_WM_UNIT_INDEX" val="1_1_9"/>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20000000298023224,&quot;colorType&quot;:1,&quot;foreColorIndex&quot;:5,&quot;pos&quot;:0,&quot;transparency&quot;:0.4000000059604645},{&quot;brightness&quot;:0.699999988079071,&quot;colorType&quot;:1,&quot;foreColorIndex&quot;:5,&quot;pos&quot;:0.7699999809265137,&quot;transparency&quot;:0.5},{&quot;brightness&quot;:0.3799999952316284,&quot;colorType&quot;:1,&quot;foreColorIndex&quot;:5,&quot;pos&quot;:1,&quot;transparency&quot;:0.5}],&quot;type&quot;:3},&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7"/>
  <p:tag name="KSO_WM_TEMPLATE_CATEGORY" val="diagram"/>
  <p:tag name="KSO_WM_TEMPLATE_INDEX" val="20231087"/>
  <p:tag name="KSO_WM_UNIT_LAYERLEVEL" val="1_1_1"/>
  <p:tag name="KSO_WM_TAG_VERSION" val="3.0"/>
  <p:tag name="KSO_WM_DIAGRAM_GROUP_CODE" val="n1-1"/>
  <p:tag name="KSO_WM_UNIT_TYPE" val="n_h_i"/>
  <p:tag name="KSO_WM_UNIT_INDEX" val="1_1_7"/>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5,&quot;pos&quot;:0,&quot;transparency&quot;:0.949999988079071},{&quot;brightness&quot;:0,&quot;colorType&quot;:1,&quot;foreColorIndex&quot;:5,&quot;pos&quot;:0.6399999856948853,&quot;transparency&quot;:0.75},{&quot;brightness&quot;:0,&quot;colorType&quot;:1,&quot;foreColorIndex&quot;:5,&quot;pos&quot;:1,&quot;transparency&quot;:1},{&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8"/>
  <p:tag name="KSO_WM_TEMPLATE_CATEGORY" val="diagram"/>
  <p:tag name="KSO_WM_TEMPLATE_INDEX" val="20231087"/>
  <p:tag name="KSO_WM_UNIT_LAYERLEVEL" val="1_1_1"/>
  <p:tag name="KSO_WM_TAG_VERSION" val="3.0"/>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quot;colorType&quot;:1,&quot;foreColorIndex&quot;:5,&quot;pos&quot;:0,&quot;transparency&quot;:1},{&quot;brightness&quot;:0,&quot;colorType&quot;:1,&quot;foreColorIndex&quot;:16,&quot;pos&quot;:0.3700000047683716,&quot;transparency&quot;:0},{&quot;brightness&quot;:0,&quot;colorType&quot;:1,&quot;foreColorIndex&quot;:16,&quot;pos&quot;:0.8100000023841858,&quot;transparency&quot;:0},{&quot;brightness&quot;:0.4000000059604645,&quot;colorType&quot;:1,&quot;foreColorIndex&quot;:5,&quot;pos&quot;:1,&quot;transparency&quot;:0}],&quot;type&quot;:3},&quot;glow&quot;:{&quot;colorType&quot;:0},&quot;line&quot;:{&quot;gradient&quot;:[{&quot;brightness&quot;:0,&quot;colorType&quot;:1,&quot;foreColorIndex&quot;:5,&quot;pos&quot;:0,&quot;transparency&quot;:0.800000011920929},{&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5"/>
  <p:tag name="KSO_WM_TEMPLATE_CATEGORY" val="diagram"/>
  <p:tag name="KSO_WM_TEMPLATE_INDEX" val="20231087"/>
  <p:tag name="KSO_WM_UNIT_LAYERLEVEL" val="1_1_1"/>
  <p:tag name="KSO_WM_TAG_VERSION" val="3.0"/>
  <p:tag name="KSO_WM_DIAGRAM_GROUP_CODE" val="n1-1"/>
  <p:tag name="KSO_WM_UNIT_TYPE" val="n_h_i"/>
  <p:tag name="KSO_WM_UNIT_INDEX" val="1_1_5"/>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quot;colorType&quot;:1,&quot;foreColorIndex&quot;:5,&quot;pos&quot;:0,&quot;transparency&quot;:0.4699999988079071},{&quot;brightness&quot;:0,&quot;colorType&quot;:1,&quot;foreColorIndex&quot;:14,&quot;pos&quot;:0.6600000262260437,&quot;transparency&quot;:0.8100000023841858},{&quot;brightness&quot;:0,&quot;colorType&quot;:1,&quot;foreColorIndex&quot;:5,&quot;pos&quot;:0.25,&quot;transparency&quot;:0.68999999761581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a*1_1_1"/>
  <p:tag name="KSO_WM_TEMPLATE_CATEGORY" val="diagram"/>
  <p:tag name="KSO_WM_TEMPLATE_INDEX" val="20231087"/>
  <p:tag name="KSO_WM_UNIT_LAYERLEVEL" val="1_1_1"/>
  <p:tag name="KSO_WM_TAG_VERSION" val="3.0"/>
  <p:tag name="KSO_WM_UNIT_ISCONTENTSTITLE" val="0"/>
  <p:tag name="KSO_WM_UNIT_ISNUMDGMTITLE" val="0"/>
  <p:tag name="KSO_WM_UNIT_NOCLEAR" val="0"/>
  <p:tag name="KSO_WM_UNIT_VALUE" val="24"/>
  <p:tag name="KSO_WM_DIAGRAM_GROUP_CODE" val="n1-1"/>
  <p:tag name="KSO_WM_UNIT_TYPE" val="n_h_a"/>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单击此处添&#10;加项标题"/>
  <p:tag name="KSO_WM_UNIT_TEXT_FILL_FORE_SCHEMECOLOR_INDEX" val="1"/>
  <p:tag name="KSO_WM_UNIT_TEXT_FILL_TYPE" val="1"/>
  <p:tag name="KSO_WM_UNIT_USESOURCEFORMAT_APPLY"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2"/>
  <p:tag name="KSO_WM_TEMPLATE_CATEGORY" val="diagram"/>
  <p:tag name="KSO_WM_TEMPLATE_INDEX" val="20231087"/>
  <p:tag name="KSO_WM_UNIT_LAYERLEVEL" val="1_1_1"/>
  <p:tag name="KSO_WM_TAG_VERSION" val="3.0"/>
  <p:tag name="KSO_WM_DIAGRAM_GROUP_CODE" val="n1-1"/>
  <p:tag name="KSO_WM_UNIT_TYPE" val="n_h_i"/>
  <p:tag name="KSO_WM_UNIT_INDEX" val="1_1_12"/>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16,&quot;pos&quot;:1,&quot;transparency&quot;:0},{&quot;brightness&quot;:0,&quot;colorType&quot;:1,&quot;foreColorIndex&quot;:5,&quot;pos&quot;:0.38999998569488525,&quot;transparency&quot;:0.3799999952316284},{&quot;brightness&quot;:0,&quot;colorType&quot;:1,&quot;foreColorIndex&quot;:5,&quot;pos&quot;:0.20000000298023224,&quot;transparency&quot;:0.46000000834465027},{&quot;brightness&quot;:0.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2"/>
  <p:tag name="KSO_WM_TEMPLATE_CATEGORY" val="diagram"/>
  <p:tag name="KSO_WM_TEMPLATE_INDEX" val="20231087"/>
  <p:tag name="KSO_WM_UNIT_LAYERLEVEL" val="1_1_1"/>
  <p:tag name="KSO_WM_TAG_VERSION" val="3.0"/>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
  <p:tag name="KSO_WM_TEMPLATE_CATEGORY" val="diagram"/>
  <p:tag name="KSO_WM_TEMPLATE_INDEX" val="20231087"/>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3"/>
  <p:tag name="KSO_WM_TEMPLATE_CATEGORY" val="diagram"/>
  <p:tag name="KSO_WM_TEMPLATE_INDEX" val="20231087"/>
  <p:tag name="KSO_WM_UNIT_LAYERLEVEL" val="1_1_1"/>
  <p:tag name="KSO_WM_TAG_VERSION" val="3.0"/>
  <p:tag name="KSO_WM_DIAGRAM_GROUP_CODE" val="n1-1"/>
  <p:tag name="KSO_WM_UNIT_TYPE" val="n_h_i"/>
  <p:tag name="KSO_WM_UNIT_INDEX" val="1_1_3"/>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4"/>
  <p:tag name="KSO_WM_TEMPLATE_CATEGORY" val="diagram"/>
  <p:tag name="KSO_WM_TEMPLATE_INDEX" val="20231087"/>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2_1"/>
  <p:tag name="KSO_WM_TEMPLATE_CATEGORY" val="diagram"/>
  <p:tag name="KSO_WM_TEMPLATE_INDEX" val="20231087"/>
  <p:tag name="KSO_WM_UNIT_LAYERLEVEL" val="1_1_1"/>
  <p:tag name="KSO_WM_TAG_VERSION" val="3.0"/>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SHADOW_SCHEMECOLOR_INDEX" val="6"/>
  <p:tag name="KSO_WM_UNIT_TEXT_FILL_FORE_SCHEMECOLOR_INDEX" val="2"/>
  <p:tag name="KSO_WM_UNIT_TEXT_FILL_TYPE" val="1"/>
  <p:tag name="KSO_WM_UNIT_USESOURCEFORMAT_APPLY" val="1"/>
</p:tagLst>
</file>

<file path=ppt/tags/tag22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87_1*n_h_h_f*1_2_1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TEXT_TYPE" val="1"/>
  <p:tag name="KSO_WM_UNIT_PRESET_TEXT" val="单击此处输入你的项正文，文字是您思想的提炼，请尽量言简意赅的阐述观点。单击此处输入你的项正文。"/>
  <p:tag name="KSO_WM_UNIT_TEXT_FILL_FORE_SCHEMECOLOR_INDEX" val="1"/>
  <p:tag name="KSO_WM_UNIT_TEXT_FILL_TYPE" val="1"/>
  <p:tag name="KSO_WM_UNIT_USESOURCEFORMAT_APPLY" val="1"/>
</p:tagLst>
</file>

<file path=ppt/tags/tag22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87_1*n_h_h_f*1_2_2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TEXT_TYPE" val="1"/>
  <p:tag name="KSO_WM_UNIT_PRESET_TEXT" val="单击此处输入你的项正文，文字是您思想的提炼，请尽量言简意赅的阐述观点。单击此处输入你的项正文。"/>
  <p:tag name="KSO_WM_UNIT_TEXT_FILL_FORE_SCHEMECOLOR_INDEX" val="1"/>
  <p:tag name="KSO_WM_UNIT_TEXT_FILL_TYPE" val="1"/>
  <p:tag name="KSO_WM_UNIT_USESOURCEFORMAT_APPLY" val="1"/>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wm#"/>
  <p:tag name="KSO_WM_TEMPLATE_CATEGORY" val="diagram"/>
  <p:tag name="KSO_WM_TEMPLATE_INDEX" val="20231087"/>
  <p:tag name="KSO_WM_SPECIAL_SOURCE" val="bdnull"/>
  <p:tag name="KSO_WM_SLIDE_ID" val="diagram20231087_4"/>
  <p:tag name="KSO_WM_TEMPLATE_SUBCATEGORY" val="0"/>
  <p:tag name="KSO_WM_TEMPLATE_MASTER_TYPE" val="0"/>
  <p:tag name="KSO_WM_TEMPLATE_COLOR_TYPE" val="0"/>
  <p:tag name="KSO_WM_SLIDE_ITEM_CNT" val="5"/>
  <p:tag name="KSO_WM_SLIDE_INDEX" val="4"/>
  <p:tag name="KSO_WM_DIAGRAM_GROUP_CODE" val="n1-1"/>
  <p:tag name="KSO_WM_SLIDE_DIAGTYPE" val="n"/>
  <p:tag name="KSO_WM_TAG_VERSION" val="3.0"/>
  <p:tag name="KSO_WM_SLIDE_LAYOUT" val="a_n"/>
  <p:tag name="KSO_WM_SLIDE_LAYOUT_CNT" val="1_1"/>
  <p:tag name="KSO_WM_SLIDE_TYPE" val="text"/>
  <p:tag name="KSO_WM_SLIDE_SUBTYPE" val="diag"/>
  <p:tag name="KSO_WM_SLIDE_SIZE" val="858.824*356.584"/>
  <p:tag name="KSO_WM_SLIDE_POSITION" val="47.9055*129.741"/>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0941_2*m_i*1_1"/>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20000000298023224,&quot;transparency&quot;:1},{&quot;brightness&quot;:0,&quot;colorType&quot;:1,&quot;foreColorIndex&quot;:5,&quot;pos&quot;:0.89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5"/>
  <p:tag name="KSO_WM_UNIT_TEXT_FILL_FORE_SCHEMECOLOR_INDEX" val="2"/>
  <p:tag name="KSO_WM_UNIT_TEXT_FILL_TYPE" val="1"/>
  <p:tag name="KSO_WM_UNIT_USESOURCEFORMAT_APPLY" val="1"/>
</p:tagLst>
</file>

<file path=ppt/tags/tag24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2*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4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2*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SHADOW_SCHEMECOLOR_INDEX" val="5"/>
  <p:tag name="KSO_WM_UNIT_USESOURCEFORMAT_APPLY" val="1"/>
</p:tagLst>
</file>

<file path=ppt/tags/tag2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941_2*m_h_f*1_1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2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0941_2*m_h_a*1_1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1"/>
</p:tagLst>
</file>

<file path=ppt/tags/tag2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2*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USESOURCEFORMAT_APPLY" val="1"/>
</p:tagLst>
</file>

<file path=ppt/tags/tag2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0941_2*m_h_i*1_1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1"/>
</p:tagLst>
</file>

<file path=ppt/tags/tag2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0941_2*m_h_i*1_2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USESOURCEFORMAT_APPLY" val="1"/>
</p:tagLst>
</file>

<file path=ppt/tags/tag25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2*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2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941_2*m_h_f*1_2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根据需要可酌情增减文字，以便观者准确地理解您传达的思想"/>
  <p:tag name="KSO_WM_UNIT_TEXT_FILL_FORE_SCHEMECOLOR_INDEX" val="1"/>
  <p:tag name="KSO_WM_UNIT_TEXT_FILL_TYPE" val="1"/>
  <p:tag name="KSO_WM_UNIT_USESOURCEFORMAT_APPLY" val="1"/>
</p:tagLst>
</file>

<file path=ppt/tags/tag25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30941_2*m_h_i*1_2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SHADOW_SCHEMECOLOR_INDEX" val="6"/>
  <p:tag name="KSO_WM_UNIT_USESOURCEFORMAT_APPLY" val="1"/>
</p:tagLst>
</file>

<file path=ppt/tags/tag2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0941_2*m_h_a*1_2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1"/>
</p:tagLst>
</file>

<file path=ppt/tags/tag25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30941_2*m_h_i*1_3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SHADOW_SCHEMECOLOR_INDEX" val="7"/>
  <p:tag name="KSO_WM_UNIT_USESOURCEFORMAT_APPLY" val="1"/>
</p:tagLst>
</file>

<file path=ppt/tags/tag2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941_2*m_h_f*1_3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2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0941_2*m_h_a*1_3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1"/>
</p:tagLst>
</file>

<file path=ppt/tags/tag25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0941_2*m_h_i*1_3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USESOURCEFORMAT_APPLY" val="1"/>
</p:tagLst>
</file>

<file path=ppt/tags/tag2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0941_2*m_h_i*1_3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SLIDE_ID" val="diagram2023094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41"/>
  <p:tag name="KSO_WM_SLIDE_TYPE" val="text"/>
  <p:tag name="KSO_WM_SLIDE_SUBTYPE" val="diag"/>
  <p:tag name="KSO_WM_SLIDE_SIZE" val="850.4*342.55"/>
  <p:tag name="KSO_WM_SLIDE_POSITION" val="54.8*140.15"/>
  <p:tag name="KSO_WM_SLIDE_LAYOUT" val="a_m"/>
  <p:tag name="KSO_WM_SLIDE_LAYOUT_CNT" val="1_1"/>
  <p:tag name="KSO_WM_SPECIAL_SOURCE" val="bdnull"/>
  <p:tag name="KSO_WM_DIAGRAM_GROUP_CODE" val="m1-1"/>
  <p:tag name="KSO_WM_SLIDE_DIAGTYPE" val="m"/>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01_9*e*1"/>
  <p:tag name="KSO_WM_TEMPLATE_CATEGORY" val="custom"/>
  <p:tag name="KSO_WM_TEMPLATE_INDEX" val="20230301"/>
  <p:tag name="KSO_WM_UNIT_LAYERLEVEL" val="1"/>
  <p:tag name="KSO_WM_TAG_VERSION" val="3.0"/>
  <p:tag name="KSO_WM_BEAUTIFY_FLAG" val="#wm#"/>
  <p:tag name="KSO_WM_UNIT_CONTENT_GROUP_TYPE" val="contentchip"/>
</p:tagLst>
</file>

<file path=ppt/tags/tag2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057_1*l_h_i*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15000000596046448,&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2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3"/>
  <p:tag name="KSO_WM_UNIT_ID" val="diagram20231057_1*l_h_i*1_1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5"/>
  <p:tag name="KSO_WM_UNIT_LINE_FILL_TYPE" val="2"/>
  <p:tag name="KSO_WM_UNIT_USESOURCEFORMAT_APPLY" val="1"/>
</p:tagLst>
</file>

<file path=ppt/tags/tag28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1057_1*l_h_f*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BEAUTIFY_FLAG" val="#wm#"/>
  <p:tag name="KSO_WM_DIAGRAM_GROUP_CODE" val="l1-1"/>
  <p:tag name="KSO_WM_DIAGRAM_VERSION" val="3"/>
  <p:tag name="KSO_WM_DIAGRAM_COLOR_TRICK" val="4"/>
  <p:tag name="KSO_WM_DIAGRAM_COLOR_TEXT_CAN_REMOVE" val="n"/>
  <p:tag name="KSO_WM_UNIT_PRESET_TEXT" val="单击此处添加文本，简明扼要地阐述您的观点"/>
  <p:tag name="KSO_WM_UNIT_TEXT_FILL_FORE_SCHEMECOLOR_INDEX" val="1"/>
  <p:tag name="KSO_WM_UNIT_TEXT_FILL_TYPE" val="1"/>
  <p:tag name="KSO_WM_UNIT_USESOURCEFORMAT_APPLY" val="1"/>
</p:tagLst>
</file>

<file path=ppt/tags/tag28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2"/>
  <p:tag name="KSO_WM_UNIT_ID" val="diagram20231057_1*l_h_i*1_1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25,&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2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1057_1*l_h_a*1_1_1"/>
  <p:tag name="KSO_WM_TEMPLATE_CATEGORY" val="diagram"/>
  <p:tag name="KSO_WM_TEMPLATE_INDEX" val="20231057"/>
  <p:tag name="KSO_WM_UNIT_LAYERLEVEL" val="1_1_1"/>
  <p:tag name="KSO_WM_TAG_VERSION" val="3.0"/>
  <p:tag name="KSO_WM_BEAUTIFY_FLAG" val="#wm#"/>
  <p:tag name="KSO_WM_UNIT_VALUE" val="26"/>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30000001192092896,&quot;colorType&quot;:1,&quot;foreColorIndex&quot;:5,&quot;pos&quot;:0.800000011920929,&quot;transparency&quot;:0},{&quot;brightness&quot;:0,&quot;colorType&quot;:1,&quot;foreColorIndex&quot;:5,&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28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1"/>
  <p:tag name="KSO_WM_UNIT_ID" val="diagram20231057_1*l_h_i*1_2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25,&quot;colorType&quot;:1,&quot;foreColorIndex&quot;:6,&quot;pos&quot;:0,&quot;transparency&quot;:0},{&quot;brightness&quot;:-0.10000000149011612,&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28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3"/>
  <p:tag name="KSO_WM_UNIT_ID" val="diagram20231057_1*l_h_i*1_2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type&quot;:0},&quot;glow&quot;:{&quot;colorType&quot;:0},&quot;line&quot;:{&quot;solidLine&quot;:{&quot;brightness&quot;:0.4000000059604645,&quot;colorType&quot;:1,&quot;foreColorIndex&quot;:6,&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6"/>
  <p:tag name="KSO_WM_UNIT_LINE_FILL_TYPE" val="2"/>
  <p:tag name="KSO_WM_UNIT_USESOURCEFORMAT_APPLY" val="1"/>
</p:tagLst>
</file>

<file path=ppt/tags/tag28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1057_1*l_h_f*1_2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BEAUTIFY_FLAG" val="#wm#"/>
  <p:tag name="KSO_WM_DIAGRAM_GROUP_CODE" val="l1-1"/>
  <p:tag name="KSO_WM_DIAGRAM_VERSION" val="3"/>
  <p:tag name="KSO_WM_DIAGRAM_COLOR_TRICK" val="4"/>
  <p:tag name="KSO_WM_DIAGRAM_COLOR_TEXT_CAN_REMOVE" val="n"/>
  <p:tag name="KSO_WM_UNIT_PRESET_TEXT" val="单击此处添加文本，简明扼要地阐述您的观点"/>
  <p:tag name="KSO_WM_UNIT_TEXT_FILL_FORE_SCHEMECOLOR_INDEX" val="1"/>
  <p:tag name="KSO_WM_UNIT_TEXT_FILL_TYPE" val="1"/>
  <p:tag name="KSO_WM_UNIT_USESOURCEFORMAT_APPLY" val="1"/>
</p:tagLst>
</file>

<file path=ppt/tags/tag28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1057_1*l_h_a*1_2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30000001192092896,&quot;colorType&quot;:1,&quot;foreColorIndex&quot;:6,&quot;pos&quot;:0.800000011920929,&quot;transparency&quot;:0},{&quot;brightness&quot;:0,&quot;colorType&quot;:1,&quot;foreColorIndex&quot;:6,&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29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2"/>
  <p:tag name="KSO_WM_UNIT_ID" val="diagram20231057_1*l_h_i*1_2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25,&quot;colorType&quot;:1,&quot;foreColorIndex&quot;:6,&quot;pos&quot;:0,&quot;transparency&quot;:0},{&quot;brightness&quot;:0.15000000596046448,&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29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1"/>
  <p:tag name="KSO_WM_UNIT_ID" val="diagram20231057_1*l_h_i*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15000000596046448,&quot;colorType&quot;:1,&quot;foreColorIndex&quot;:7,&quot;pos&quot;:0,&quot;transparency&quot;:0},{&quot;brightness&quot;:0,&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29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3"/>
  <p:tag name="KSO_WM_UNIT_ID" val="diagram20231057_1*l_h_i*1_3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type&quot;:0},&quot;glow&quot;:{&quot;colorType&quot;:0},&quot;line&quot;:{&quot;solidLine&quot;:{&quot;brightness&quot;:0.4000000059604645,&quot;colorType&quot;:1,&quot;foreColorIndex&quot;:7,&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7"/>
  <p:tag name="KSO_WM_UNIT_LINE_FILL_TYPE" val="2"/>
  <p:tag name="KSO_WM_UNIT_USESOURCEFORMAT_APPLY" val="1"/>
</p:tagLst>
</file>

<file path=ppt/tags/tag29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1057_1*l_h_f*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BEAUTIFY_FLAG" val="#wm#"/>
  <p:tag name="KSO_WM_DIAGRAM_GROUP_CODE" val="l1-1"/>
  <p:tag name="KSO_WM_DIAGRAM_VERSION" val="3"/>
  <p:tag name="KSO_WM_DIAGRAM_COLOR_TRICK" val="4"/>
  <p:tag name="KSO_WM_DIAGRAM_COLOR_TEXT_CAN_REMOVE" val="n"/>
  <p:tag name="KSO_WM_UNIT_PRESET_TEXT" val="单击此处添加文本内容，简明扼要地阐述您的观点"/>
  <p:tag name="KSO_WM_UNIT_TEXT_FILL_FORE_SCHEMECOLOR_INDEX" val="1"/>
  <p:tag name="KSO_WM_UNIT_TEXT_FILL_TYPE" val="1"/>
  <p:tag name="KSO_WM_UNIT_USESOURCEFORMAT_APPLY" val="1"/>
</p:tagLst>
</file>

<file path=ppt/tags/tag29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2"/>
  <p:tag name="KSO_WM_UNIT_ID" val="diagram20231057_1*l_h_i*1_3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1"/>
  <p:tag name="KSO_WM_UNIT_FILL_FORE_SCHEMECOLOR_INDEX" val="7"/>
  <p:tag name="KSO_WM_UNIT_FILL_FORE_SCHEMECOLOR_INDEX_BRIGHTNESS" val="0"/>
  <p:tag name="KSO_WM_UNIT_TEXT_FILL_FORE_SCHEMECOLOR_INDEX" val="2"/>
  <p:tag name="KSO_WM_UNIT_TEXT_FILL_TYPE" val="1"/>
  <p:tag name="KSO_WM_UNIT_USESOURCEFORMAT_APPLY" val="1"/>
</p:tagLst>
</file>

<file path=ppt/tags/tag29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1057_1*l_h_a*1_3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481.7,&quot;left&quot;:22.15,&quot;top&quot;:16.1,&quot;width&quot;:903.35}"/>
  <p:tag name="KSO_WM_DIAGRAM_COLOR_MATCH_VALUE" val="{&quot;shape&quot;:{&quot;fill&quot;:{&quot;gradient&quot;:[{&quot;brightness&quot;:0.30000001192092896,&quot;colorType&quot;:1,&quot;foreColorIndex&quot;:7,&quot;pos&quot;:0.800000011920929,&quot;transparency&quot;:0},{&quot;brightness&quot;:0,&quot;colorType&quot;:1,&quot;foreColorIndex&quot;:7,&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SLIDE_ID" val="diagram20231057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diagram"/>
  <p:tag name="KSO_WM_TEMPLATE_INDEX" val="20231057"/>
  <p:tag name="KSO_WM_SLIDE_TYPE" val="text"/>
  <p:tag name="KSO_WM_SLIDE_SUBTYPE" val="diag"/>
  <p:tag name="KSO_WM_SLIDE_SIZE" val="849.022*270.5"/>
  <p:tag name="KSO_WM_SLIDE_POSITION" val="54.9*160.6"/>
  <p:tag name="KSO_WM_SLIDE_LAYOUT" val="a_l"/>
  <p:tag name="KSO_WM_SLIDE_LAYOUT_CNT" val="1_1"/>
  <p:tag name="KSO_WM_SPECIAL_SOURCE" val="bdnull"/>
  <p:tag name="KSO_WM_DIAGRAM_GROUP_CODE" val="l1-1"/>
  <p:tag name="KSO_WM_SLIDE_DIAGTYPE" val="l"/>
</p:tagLst>
</file>

<file path=ppt/tags/tag306.xml><?xml version="1.0" encoding="utf-8"?>
<p:tagLst xmlns:p="http://schemas.openxmlformats.org/presentationml/2006/main">
  <p:tag name="resource_record_key" val="{&quot;29&quot;:[50053044],&quot;65&quot;:[2023023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商务风建筑职场办公">
  <a:themeElements>
    <a:clrScheme name="自定义 429">
      <a:dk1>
        <a:sysClr val="windowText" lastClr="000000"/>
      </a:dk1>
      <a:lt1>
        <a:sysClr val="window" lastClr="FFFFFF"/>
      </a:lt1>
      <a:dk2>
        <a:srgbClr val="0A2B3B"/>
      </a:dk2>
      <a:lt2>
        <a:srgbClr val="E6F3F9"/>
      </a:lt2>
      <a:accent1>
        <a:srgbClr val="63B8DC"/>
      </a:accent1>
      <a:accent2>
        <a:srgbClr val="4D9EC0"/>
      </a:accent2>
      <a:accent3>
        <a:srgbClr val="26708E"/>
      </a:accent3>
      <a:accent4>
        <a:srgbClr val="4E84C0"/>
      </a:accent4>
      <a:accent5>
        <a:srgbClr val="4E69C0"/>
      </a:accent5>
      <a:accent6>
        <a:srgbClr val="4E4EC0"/>
      </a:accent6>
      <a:hlink>
        <a:srgbClr val="0563C1"/>
      </a:hlink>
      <a:folHlink>
        <a:srgbClr val="954F72"/>
      </a:folHlink>
    </a:clrScheme>
    <a:fontScheme name="【2024金山主题】-11-11">
      <a:majorFont>
        <a:latin typeface="汉仪润圆-65简"/>
        <a:ea typeface="汉仪润圆-65简"/>
        <a:cs typeface=""/>
      </a:majorFont>
      <a:minorFont>
        <a:latin typeface="汉仪正圆 55简"/>
        <a:ea typeface="汉仪正圆 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自定义 13">
      <a:majorFont>
        <a:latin typeface="MiSans Heavy"/>
        <a:ea typeface="MiSans Heavy"/>
        <a:cs typeface=""/>
      </a:majorFont>
      <a:minorFont>
        <a:latin typeface="MiSans Light"/>
        <a:ea typeface="MiSans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1875</Words>
  <Application>WPS 演示</Application>
  <PresentationFormat>宽屏</PresentationFormat>
  <Paragraphs>325</Paragraphs>
  <Slides>17</Slides>
  <Notes>0</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17</vt:i4>
      </vt:variant>
    </vt:vector>
  </HeadingPairs>
  <TitlesOfParts>
    <vt:vector size="39" baseType="lpstr">
      <vt:lpstr>Arial</vt:lpstr>
      <vt:lpstr>宋体</vt:lpstr>
      <vt:lpstr>Wingdings</vt:lpstr>
      <vt:lpstr>MiSans Heavy</vt:lpstr>
      <vt:lpstr>钉钉进步体</vt:lpstr>
      <vt:lpstr>Segoe Print</vt:lpstr>
      <vt:lpstr>华文行楷</vt:lpstr>
      <vt:lpstr>微软雅黑</vt:lpstr>
      <vt:lpstr>MiSans Bold</vt:lpstr>
      <vt:lpstr>OPPOSans R</vt:lpstr>
      <vt:lpstr>OPPOSans H</vt:lpstr>
      <vt:lpstr>华文中宋</vt:lpstr>
      <vt:lpstr>猫啃网风雅宋</vt:lpstr>
      <vt:lpstr>仿宋</vt:lpstr>
      <vt:lpstr>汉仪正圆 55简</vt:lpstr>
      <vt:lpstr>Arial Unicode MS</vt:lpstr>
      <vt:lpstr>汉仪润圆-65简</vt:lpstr>
      <vt:lpstr>Calibri</vt:lpstr>
      <vt:lpstr>MiSans Light</vt:lpstr>
      <vt:lpstr>WPS</vt:lpstr>
      <vt:lpstr>商务风建筑职场办公</vt:lpstr>
      <vt:lpstr>Office 主题</vt:lpstr>
      <vt:lpstr>PowerPoint 演示文稿</vt:lpstr>
      <vt:lpstr>PowerPoint 演示文稿</vt:lpstr>
      <vt:lpstr>PowerPoint 演示文稿</vt:lpstr>
      <vt:lpstr>项目概述</vt:lpstr>
      <vt:lpstr>PowerPoint 演示文稿</vt:lpstr>
      <vt:lpstr>项目进展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李</dc:creator>
  <cp:lastModifiedBy>Orlando</cp:lastModifiedBy>
  <cp:revision>11</cp:revision>
  <dcterms:created xsi:type="dcterms:W3CDTF">2023-08-09T12:44:00Z</dcterms:created>
  <dcterms:modified xsi:type="dcterms:W3CDTF">2025-10-13T14:05:22Z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8F6F1E93E4D34626B5A7795C1C7E5ED1_13</vt:lpwstr>
  </property>
</Properties>
</file>